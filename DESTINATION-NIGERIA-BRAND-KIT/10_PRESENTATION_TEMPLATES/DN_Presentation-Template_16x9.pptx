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 (illustrative)</c:v>
                </c:pt>
              </c:strCache>
            </c:strRef>
          </c:tx>
          <c:spPr>
            <a:solidFill>
              <a:srgbClr val="103428"/>
            </a:solidFill>
          </c:spPr>
          <c:cat>
            <c:strRef>
              <c:f>Sheet1!$A$2:$A$6</c:f>
              <c:strCache>
                <c:ptCount val="5"/>
                <c:pt idx="0">
                  <c:v>[A]</c:v>
                </c:pt>
                <c:pt idx="1">
                  <c:v>[B]</c:v>
                </c:pt>
                <c:pt idx="2">
                  <c:v>[C]</c:v>
                </c:pt>
                <c:pt idx="3">
                  <c:v>[D]</c:v>
                </c:pt>
                <c:pt idx="4">
                  <c:v>[E]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6</c:v>
                </c:pt>
                <c:pt idx="2">
                  <c:v>5</c:v>
                </c:pt>
                <c:pt idx="3">
                  <c:v>7</c:v>
                </c:pt>
                <c:pt idx="4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 (illustrative)</c:v>
                </c:pt>
              </c:strCache>
            </c:strRef>
          </c:tx>
          <c:spPr>
            <a:solidFill>
              <a:srgbClr val="E8A432"/>
            </a:solidFill>
          </c:spPr>
          <c:cat>
            <c:strRef>
              <c:f>Sheet1!$A$2:$A$6</c:f>
              <c:strCache>
                <c:ptCount val="5"/>
                <c:pt idx="0">
                  <c:v>[A]</c:v>
                </c:pt>
                <c:pt idx="1">
                  <c:v>[B]</c:v>
                </c:pt>
                <c:pt idx="2">
                  <c:v>[C]</c:v>
                </c:pt>
                <c:pt idx="3">
                  <c:v>[D]</c:v>
                </c:pt>
                <c:pt idx="4">
                  <c:v>[E]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</c:v>
                </c:pt>
                <c:pt idx="1">
                  <c:v>4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A9BFA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Inter"/>
            </a:defRPr>
          </a:pPr>
        </a:p>
      </c:txPr>
    </c:legend>
    <c:dispBlanksAs val="gap"/>
  </c:chart>
  <c:txPr>
    <a:bodyPr/>
    <a:lstStyle/>
    <a:p>
      <a:pPr>
        <a:defRPr sz="1800">
          <a:latin typeface="Inter"/>
        </a:defRPr>
      </a:pPr>
      <a:endParaRPr lang="en-US"/>
    </a:p>
  </c:txPr>
  <c:externalData r:id="rId1">
    <c:autoUpdate val="0"/>
  </c:externalData>
</c:chartSpace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2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2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slideLayout101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1 Cover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85800" y="594360"/>
            <a:ext cx="2103120" cy="826690"/>
          </a:xfrm>
          <a:prstGeom prst="rect">
            <a:avLst/>
          </a:prstGeom>
        </p:spPr>
      </p:pic>
      <p:sp>
        <p:nvSpPr>
          <p:cNvPr id="12" name="Overline"/>
          <p:cNvSpPr>
            <a:spLocks noGrp="1"/>
          </p:cNvSpPr>
          <p:nvPr>
            <p:ph type="body" idx="20"/>
          </p:nvPr>
        </p:nvSpPr>
        <p:spPr>
          <a:xfrm>
            <a:off x="685800" y="2514600"/>
            <a:ext cx="640080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300">
                <a:solidFill>
                  <a:srgbClr val="E8A432"/>
                </a:solidFill>
                <a:latin typeface="+mn-lt"/>
              </a:defRPr>
            </a:lvl1pPr>
          </a:lstStyle>
          <a:p>
            <a:pPr algn="l"/>
            <a:r>
              <a:rPr lang="en-GB"/>
              <a:t>[PROGRAMME / EVENT]</a:t>
            </a:r>
          </a:p>
        </p:txBody>
      </p:sp>
      <p:sp>
        <p:nvSpPr>
          <p:cNvPr id="13" name="Title 13"/>
          <p:cNvSpPr>
            <a:spLocks noGrp="1"/>
          </p:cNvSpPr>
          <p:nvPr>
            <p:ph type="title"/>
          </p:nvPr>
        </p:nvSpPr>
        <p:spPr>
          <a:xfrm>
            <a:off x="685800" y="2834640"/>
            <a:ext cx="7863840" cy="137160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4600" b="0" i="0" spc="0">
                <a:solidFill>
                  <a:srgbClr val="F5F0E6"/>
                </a:solidFill>
                <a:latin typeface="+mj-lt"/>
              </a:defRPr>
            </a:lvl1pPr>
          </a:lstStyle>
          <a:p>
            <a:pPr algn="l"/>
            <a:r>
              <a:rPr lang="en-GB"/>
              <a:t>[Presentation title]</a:t>
            </a:r>
          </a:p>
        </p:txBody>
      </p:sp>
      <p:sp>
        <p:nvSpPr>
          <p:cNvPr id="14" name="Body 14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7315200" cy="5486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A9BFA9"/>
                </a:solidFill>
                <a:latin typeface="+mn-lt"/>
              </a:defRPr>
            </a:lvl1pPr>
          </a:lstStyle>
          <a:p>
            <a:pPr algn="l"/>
            <a:r>
              <a:rPr lang="en-GB"/>
              <a:t>[Subtitle · Presenter · Date]</a:t>
            </a:r>
          </a:p>
        </p:txBody>
      </p:sp>
    </p:spTree>
  </p:cSld>
  <p:clrMapOvr>
    <a:masterClrMapping/>
  </p:clrMapOvr>
</p:sldLayout>
</file>

<file path=ppt/slideLayouts/slideLayout102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2 Cover — photo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 15"/>
          <p:cNvSpPr>
            <a:spLocks noGrp="1"/>
          </p:cNvSpPr>
          <p:nvPr>
            <p:ph type="pic" idx="13"/>
          </p:nvPr>
        </p:nvSpPr>
        <p:spPr>
          <a:xfrm>
            <a:off x="0" y="0"/>
            <a:ext cx="12191695" cy="6858000"/>
          </a:xfrm>
          <a:solidFill>
            <a:srgbClr val="E7DFCF"/>
          </a:solidFill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Insert licensed photograph (full bleed)</a:t>
            </a:r>
          </a:p>
        </p:txBody>
      </p:sp>
      <p:pic>
        <p:nvPicPr>
          <p:cNvPr id="16" name="Forest gradient overlay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17" name="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85800" y="594360"/>
            <a:ext cx="1920240" cy="754804"/>
          </a:xfrm>
          <a:prstGeom prst="rect">
            <a:avLst/>
          </a:prstGeom>
        </p:spPr>
      </p:pic>
      <p:sp>
        <p:nvSpPr>
          <p:cNvPr id="18" name="Overline"/>
          <p:cNvSpPr>
            <a:spLocks noGrp="1"/>
          </p:cNvSpPr>
          <p:nvPr>
            <p:ph type="body" idx="20"/>
          </p:nvPr>
        </p:nvSpPr>
        <p:spPr>
          <a:xfrm>
            <a:off x="685800" y="4206240"/>
            <a:ext cx="640080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300">
                <a:solidFill>
                  <a:srgbClr val="E8A432"/>
                </a:solidFill>
                <a:latin typeface="+mn-lt"/>
              </a:defRPr>
            </a:lvl1pPr>
          </a:lstStyle>
          <a:p>
            <a:pPr algn="l"/>
            <a:r>
              <a:rPr lang="en-GB"/>
              <a:t>[DESTINATION / CAMPAIGN]</a:t>
            </a:r>
          </a:p>
        </p:txBody>
      </p:sp>
      <p:sp>
        <p:nvSpPr>
          <p:cNvPr id="19" name="Title 19"/>
          <p:cNvSpPr>
            <a:spLocks noGrp="1"/>
          </p:cNvSpPr>
          <p:nvPr>
            <p:ph type="title"/>
          </p:nvPr>
        </p:nvSpPr>
        <p:spPr>
          <a:xfrm>
            <a:off x="685800" y="4526280"/>
            <a:ext cx="8229600" cy="10972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4400" b="0" i="0" spc="0">
                <a:solidFill>
                  <a:srgbClr val="F5F0E6"/>
                </a:solidFill>
                <a:latin typeface="+mj-lt"/>
              </a:defRPr>
            </a:lvl1pPr>
          </a:lstStyle>
          <a:p>
            <a:pPr algn="l"/>
            <a:r>
              <a:rPr lang="en-GB"/>
              <a:t>[Presentation title]</a:t>
            </a:r>
          </a:p>
        </p:txBody>
      </p:sp>
      <p:sp>
        <p:nvSpPr>
          <p:cNvPr id="20" name="Body 20"/>
          <p:cNvSpPr>
            <a:spLocks noGrp="1"/>
          </p:cNvSpPr>
          <p:nvPr>
            <p:ph type="body" idx="1"/>
          </p:nvPr>
        </p:nvSpPr>
        <p:spPr>
          <a:xfrm>
            <a:off x="685800" y="5715000"/>
            <a:ext cx="7315200" cy="4114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500" b="0" i="0" spc="0">
                <a:solidFill>
                  <a:srgbClr val="F5F0E6"/>
                </a:solidFill>
                <a:latin typeface="+mn-lt"/>
              </a:defRPr>
            </a:lvl1pPr>
          </a:lstStyle>
          <a:p>
            <a:pPr algn="l"/>
            <a:r>
              <a:rPr lang="en-GB"/>
              <a:t>[Subtitle · Date]</a:t>
            </a:r>
          </a:p>
        </p:txBody>
      </p:sp>
    </p:spTree>
  </p:cSld>
  <p:clrMapOvr>
    <a:masterClrMapping/>
  </p:clrMapOvr>
</p:sldLayout>
</file>

<file path=ppt/slideLayouts/slideLayout103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3 Agenda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rand shape"/>
          <p:cNvSpPr/>
          <p:nvPr userDrawn="1"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03428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2" name="Overline"/>
          <p:cNvSpPr>
            <a:spLocks noGrp="1"/>
          </p:cNvSpPr>
          <p:nvPr>
            <p:ph type="body" idx="20"/>
          </p:nvPr>
        </p:nvSpPr>
        <p:spPr>
          <a:xfrm>
            <a:off x="685800" y="914400"/>
            <a:ext cx="310896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300">
                <a:solidFill>
                  <a:srgbClr val="E8A432"/>
                </a:solidFill>
                <a:latin typeface="+mn-lt"/>
              </a:defRPr>
            </a:lvl1pPr>
          </a:lstStyle>
          <a:p>
            <a:pPr algn="l"/>
            <a:r>
              <a:rPr lang="en-GB"/>
              <a:t>AGENDA</a:t>
            </a:r>
          </a:p>
        </p:txBody>
      </p:sp>
      <p:sp>
        <p:nvSpPr>
          <p:cNvPr id="23" name="Title 23"/>
          <p:cNvSpPr>
            <a:spLocks noGrp="1"/>
          </p:cNvSpPr>
          <p:nvPr>
            <p:ph type="title"/>
          </p:nvPr>
        </p:nvSpPr>
        <p:spPr>
          <a:xfrm>
            <a:off x="685800" y="1234440"/>
            <a:ext cx="3108960" cy="1463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600" b="0" i="0" spc="0">
                <a:solidFill>
                  <a:srgbClr val="F5F0E6"/>
                </a:solidFill>
                <a:latin typeface="+mj-lt"/>
              </a:defRPr>
            </a:lvl1pPr>
          </a:lstStyle>
          <a:p>
            <a:pPr algn="l"/>
            <a:r>
              <a:rPr lang="en-GB"/>
              <a:t>[Today’s agenda]</a:t>
            </a:r>
          </a:p>
        </p:txBody>
      </p:sp>
      <p:sp>
        <p:nvSpPr>
          <p:cNvPr id="24" name="Body 24"/>
          <p:cNvSpPr>
            <a:spLocks noGrp="1"/>
          </p:cNvSpPr>
          <p:nvPr>
            <p:ph type="body" idx="1"/>
          </p:nvPr>
        </p:nvSpPr>
        <p:spPr>
          <a:xfrm>
            <a:off x="4937760" y="914400"/>
            <a:ext cx="6583680" cy="4937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2000" b="0" i="0" spc="0">
                <a:solidFill>
                  <a:srgbClr val="103428"/>
                </a:solidFill>
                <a:latin typeface="+mn-lt"/>
              </a:defRPr>
            </a:lvl1pPr>
          </a:lstStyle>
          <a:p>
            <a:pPr algn="l"/>
            <a:r>
              <a:rPr lang="en-GB"/>
              <a:t>[Agenda item]</a:t>
            </a:r>
          </a:p>
        </p:txBody>
      </p:sp>
      <p:pic>
        <p:nvPicPr>
          <p:cNvPr id="25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2920" y="6272784"/>
            <a:ext cx="960120" cy="377402"/>
          </a:xfrm>
          <a:prstGeom prst="rect">
            <a:avLst/>
          </a:prstGeom>
        </p:spPr>
      </p:pic>
      <p:sp>
        <p:nvSpPr>
          <p:cNvPr id="26" name="Brand shape"/>
          <p:cNvSpPr/>
          <p:nvPr userDrawn="1"/>
        </p:nvSpPr>
        <p:spPr>
          <a:xfrm>
            <a:off x="1645920" y="6455664"/>
            <a:ext cx="7848295" cy="9144"/>
          </a:xfrm>
          <a:prstGeom prst="rect">
            <a:avLst/>
          </a:prstGeom>
          <a:solidFill>
            <a:srgbClr val="A9BFA9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7" name="Slide number"/>
          <p:cNvSpPr txBox="1"/>
          <p:nvPr userDrawn="1"/>
        </p:nvSpPr>
        <p:spPr>
          <a:xfrm>
            <a:off x="11140135" y="6336792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04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4 Section divider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ection number"/>
          <p:cNvSpPr>
            <a:spLocks noGrp="1"/>
          </p:cNvSpPr>
          <p:nvPr>
            <p:ph type="body" idx="1"/>
          </p:nvPr>
        </p:nvSpPr>
        <p:spPr>
          <a:xfrm>
            <a:off x="685800" y="1828800"/>
            <a:ext cx="2743200" cy="11887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9600" b="0" i="0" spc="0">
                <a:solidFill>
                  <a:srgbClr val="E8A432"/>
                </a:solidFill>
                <a:latin typeface="+mj-lt"/>
              </a:defRPr>
            </a:lvl1pPr>
          </a:lstStyle>
          <a:p>
            <a:pPr algn="l"/>
            <a:r>
              <a:rPr lang="en-GB"/>
              <a:t>01</a:t>
            </a:r>
          </a:p>
        </p:txBody>
      </p:sp>
      <p:sp>
        <p:nvSpPr>
          <p:cNvPr id="29" name="Title 29"/>
          <p:cNvSpPr>
            <a:spLocks noGrp="1"/>
          </p:cNvSpPr>
          <p:nvPr>
            <p:ph type="title"/>
          </p:nvPr>
        </p:nvSpPr>
        <p:spPr>
          <a:xfrm>
            <a:off x="685800" y="3291840"/>
            <a:ext cx="8229600" cy="10972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4800" b="0" i="0" spc="0">
                <a:solidFill>
                  <a:srgbClr val="F5F0E6"/>
                </a:solidFill>
                <a:latin typeface="+mj-lt"/>
              </a:defRPr>
            </a:lvl1pPr>
          </a:lstStyle>
          <a:p>
            <a:pPr algn="l"/>
            <a:r>
              <a:rPr lang="en-GB"/>
              <a:t>[Section title]</a:t>
            </a:r>
          </a:p>
        </p:txBody>
      </p:sp>
      <p:sp>
        <p:nvSpPr>
          <p:cNvPr id="30" name="Body 30"/>
          <p:cNvSpPr>
            <a:spLocks noGrp="1"/>
          </p:cNvSpPr>
          <p:nvPr>
            <p:ph type="body" idx="2"/>
          </p:nvPr>
        </p:nvSpPr>
        <p:spPr>
          <a:xfrm>
            <a:off x="685800" y="4434840"/>
            <a:ext cx="7315200" cy="6400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800" b="0" i="0" spc="0">
                <a:solidFill>
                  <a:srgbClr val="A9BFA9"/>
                </a:solidFill>
                <a:latin typeface="+mn-lt"/>
              </a:defRPr>
            </a:lvl1pPr>
          </a:lstStyle>
          <a:p>
            <a:pPr algn="l"/>
            <a:r>
              <a:rPr lang="en-GB"/>
              <a:t>[One-line introduction]</a:t>
            </a:r>
          </a:p>
        </p:txBody>
      </p:sp>
      <p:pic>
        <p:nvPicPr>
          <p:cNvPr id="31" name="Footer 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02920" y="6272784"/>
            <a:ext cx="960120" cy="377402"/>
          </a:xfrm>
          <a:prstGeom prst="rect">
            <a:avLst/>
          </a:prstGeom>
        </p:spPr>
      </p:pic>
      <p:sp>
        <p:nvSpPr>
          <p:cNvPr id="32" name="Brand shape"/>
          <p:cNvSpPr/>
          <p:nvPr userDrawn="1"/>
        </p:nvSpPr>
        <p:spPr>
          <a:xfrm>
            <a:off x="1645920" y="6455664"/>
            <a:ext cx="7848295" cy="9144"/>
          </a:xfrm>
          <a:prstGeom prst="rect">
            <a:avLst/>
          </a:prstGeom>
          <a:solidFill>
            <a:srgbClr val="2C504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3" name="Slide number"/>
          <p:cNvSpPr txBox="1"/>
          <p:nvPr userDrawn="1"/>
        </p:nvSpPr>
        <p:spPr>
          <a:xfrm>
            <a:off x="11140135" y="6336792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A9BFA9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05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5 Executive summary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Overline"/>
          <p:cNvSpPr>
            <a:spLocks noGrp="1"/>
          </p:cNvSpPr>
          <p:nvPr>
            <p:ph type="body" idx="20"/>
          </p:nvPr>
        </p:nvSpPr>
        <p:spPr>
          <a:xfrm>
            <a:off x="685800" y="640080"/>
            <a:ext cx="548640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300">
                <a:solidFill>
                  <a:srgbClr val="9A6510"/>
                </a:solidFill>
                <a:latin typeface="+mn-lt"/>
              </a:defRPr>
            </a:lvl1pPr>
          </a:lstStyle>
          <a:p>
            <a:pPr algn="l"/>
            <a:r>
              <a:rPr lang="en-GB"/>
              <a:t>[OVERLINE]</a:t>
            </a:r>
          </a:p>
        </p:txBody>
      </p:sp>
      <p:sp>
        <p:nvSpPr>
          <p:cNvPr id="35" name="Title 35"/>
          <p:cNvSpPr>
            <a:spLocks noGrp="1"/>
          </p:cNvSpPr>
          <p:nvPr>
            <p:ph type="title"/>
          </p:nvPr>
        </p:nvSpPr>
        <p:spPr>
          <a:xfrm>
            <a:off x="685800" y="914400"/>
            <a:ext cx="10515600" cy="8229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6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[Executive summary]</a:t>
            </a:r>
          </a:p>
        </p:txBody>
      </p:sp>
      <p:sp>
        <p:nvSpPr>
          <p:cNvPr id="36" name="Brand shape"/>
          <p:cNvSpPr/>
          <p:nvPr userDrawn="1"/>
        </p:nvSpPr>
        <p:spPr>
          <a:xfrm>
            <a:off x="685800" y="1965960"/>
            <a:ext cx="54864" cy="3474720"/>
          </a:xfrm>
          <a:prstGeom prst="rect">
            <a:avLst/>
          </a:prstGeom>
          <a:solidFill>
            <a:srgbClr val="E8A432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7" name="Body 37"/>
          <p:cNvSpPr>
            <a:spLocks noGrp="1"/>
          </p:cNvSpPr>
          <p:nvPr>
            <p:ph type="body" idx="1"/>
          </p:nvPr>
        </p:nvSpPr>
        <p:spPr>
          <a:xfrm>
            <a:off x="960120" y="1920240"/>
            <a:ext cx="4206240" cy="38404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24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[Lead statement — the single most important conclusion]</a:t>
            </a:r>
          </a:p>
        </p:txBody>
      </p:sp>
      <p:sp>
        <p:nvSpPr>
          <p:cNvPr id="38" name="Body 38"/>
          <p:cNvSpPr>
            <a:spLocks noGrp="1"/>
          </p:cNvSpPr>
          <p:nvPr>
            <p:ph type="body" idx="2"/>
          </p:nvPr>
        </p:nvSpPr>
        <p:spPr>
          <a:xfrm>
            <a:off x="5852160" y="1920240"/>
            <a:ext cx="5669280" cy="4023360"/>
          </a:xfrm>
        </p:spPr>
        <p:txBody>
          <a:bodyPr lIns="0" tIns="0" rIns="0" bIns="0" anchor="t">
            <a:normAutofit/>
          </a:bodyPr>
          <a:lstStyle>
            <a:lvl1pPr algn="l" marL="228600" indent="-228600">
              <a:lnSpc>
                <a:spcPct val="112000"/>
              </a:lnSpc>
              <a:spcBef>
                <a:spcPts val="600"/>
              </a:spcBef>
              <a:buClr>
                <a:srgbClr val="E8A432"/>
              </a:buClr>
              <a:buFont typeface="Arial"/>
              <a:buChar char="•"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[Supporting point]</a:t>
            </a:r>
          </a:p>
        </p:txBody>
      </p:sp>
      <p:pic>
        <p:nvPicPr>
          <p:cNvPr id="39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2920" y="6272784"/>
            <a:ext cx="960120" cy="377402"/>
          </a:xfrm>
          <a:prstGeom prst="rect">
            <a:avLst/>
          </a:prstGeom>
        </p:spPr>
      </p:pic>
      <p:sp>
        <p:nvSpPr>
          <p:cNvPr id="40" name="Brand shape"/>
          <p:cNvSpPr/>
          <p:nvPr userDrawn="1"/>
        </p:nvSpPr>
        <p:spPr>
          <a:xfrm>
            <a:off x="1645920" y="6455664"/>
            <a:ext cx="7848295" cy="9144"/>
          </a:xfrm>
          <a:prstGeom prst="rect">
            <a:avLst/>
          </a:prstGeom>
          <a:solidFill>
            <a:srgbClr val="A9BFA9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1" name="Slide number"/>
          <p:cNvSpPr txBox="1"/>
          <p:nvPr userDrawn="1"/>
        </p:nvSpPr>
        <p:spPr>
          <a:xfrm>
            <a:off x="11140135" y="6336792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06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6 Title and content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Overline"/>
          <p:cNvSpPr>
            <a:spLocks noGrp="1"/>
          </p:cNvSpPr>
          <p:nvPr>
            <p:ph type="body" idx="20"/>
          </p:nvPr>
        </p:nvSpPr>
        <p:spPr>
          <a:xfrm>
            <a:off x="685800" y="640080"/>
            <a:ext cx="548640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300">
                <a:solidFill>
                  <a:srgbClr val="9A6510"/>
                </a:solidFill>
                <a:latin typeface="+mn-lt"/>
              </a:defRPr>
            </a:lvl1pPr>
          </a:lstStyle>
          <a:p>
            <a:pPr algn="l"/>
            <a:r>
              <a:rPr lang="en-GB"/>
              <a:t>[OVERLINE]</a:t>
            </a:r>
          </a:p>
        </p:txBody>
      </p:sp>
      <p:sp>
        <p:nvSpPr>
          <p:cNvPr id="43" name="Title 43"/>
          <p:cNvSpPr>
            <a:spLocks noGrp="1"/>
          </p:cNvSpPr>
          <p:nvPr>
            <p:ph type="title"/>
          </p:nvPr>
        </p:nvSpPr>
        <p:spPr>
          <a:xfrm>
            <a:off x="685800" y="914400"/>
            <a:ext cx="10515600" cy="8229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4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[Slide title]</a:t>
            </a:r>
          </a:p>
        </p:txBody>
      </p:sp>
      <p:sp>
        <p:nvSpPr>
          <p:cNvPr id="44" name="Body 44"/>
          <p:cNvSpPr>
            <a:spLocks noGrp="1"/>
          </p:cNvSpPr>
          <p:nvPr>
            <p:ph type="body" idx="1"/>
          </p:nvPr>
        </p:nvSpPr>
        <p:spPr>
          <a:xfrm>
            <a:off x="685800" y="1965960"/>
            <a:ext cx="10789920" cy="3931920"/>
          </a:xfrm>
        </p:spPr>
        <p:txBody>
          <a:bodyPr lIns="0" tIns="0" rIns="0" bIns="0" anchor="t">
            <a:normAutofit/>
          </a:bodyPr>
          <a:lstStyle>
            <a:lvl1pPr algn="l" marL="228600" indent="-228600">
              <a:lnSpc>
                <a:spcPct val="112000"/>
              </a:lnSpc>
              <a:spcBef>
                <a:spcPts val="600"/>
              </a:spcBef>
              <a:buClr>
                <a:srgbClr val="E8A432"/>
              </a:buClr>
              <a:buFont typeface="Arial"/>
              <a:buChar char="•"/>
              <a:defRPr sz="18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[Content]</a:t>
            </a:r>
          </a:p>
        </p:txBody>
      </p:sp>
      <p:pic>
        <p:nvPicPr>
          <p:cNvPr id="45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2920" y="6272784"/>
            <a:ext cx="960120" cy="377402"/>
          </a:xfrm>
          <a:prstGeom prst="rect">
            <a:avLst/>
          </a:prstGeom>
        </p:spPr>
      </p:pic>
      <p:sp>
        <p:nvSpPr>
          <p:cNvPr id="46" name="Brand shape"/>
          <p:cNvSpPr/>
          <p:nvPr userDrawn="1"/>
        </p:nvSpPr>
        <p:spPr>
          <a:xfrm>
            <a:off x="1645920" y="6455664"/>
            <a:ext cx="7848295" cy="9144"/>
          </a:xfrm>
          <a:prstGeom prst="rect">
            <a:avLst/>
          </a:prstGeom>
          <a:solidFill>
            <a:srgbClr val="A9BFA9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7" name="Slide number"/>
          <p:cNvSpPr txBox="1"/>
          <p:nvPr userDrawn="1"/>
        </p:nvSpPr>
        <p:spPr>
          <a:xfrm>
            <a:off x="11140135" y="6336792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07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7 Two columns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Overline"/>
          <p:cNvSpPr>
            <a:spLocks noGrp="1"/>
          </p:cNvSpPr>
          <p:nvPr>
            <p:ph type="body" idx="20"/>
          </p:nvPr>
        </p:nvSpPr>
        <p:spPr>
          <a:xfrm>
            <a:off x="685800" y="640080"/>
            <a:ext cx="548640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300">
                <a:solidFill>
                  <a:srgbClr val="9A6510"/>
                </a:solidFill>
                <a:latin typeface="+mn-lt"/>
              </a:defRPr>
            </a:lvl1pPr>
          </a:lstStyle>
          <a:p>
            <a:pPr algn="l"/>
            <a:r>
              <a:rPr lang="en-GB"/>
              <a:t>[OVERLINE]</a:t>
            </a:r>
          </a:p>
        </p:txBody>
      </p:sp>
      <p:sp>
        <p:nvSpPr>
          <p:cNvPr id="49" name="Title 49"/>
          <p:cNvSpPr>
            <a:spLocks noGrp="1"/>
          </p:cNvSpPr>
          <p:nvPr>
            <p:ph type="title"/>
          </p:nvPr>
        </p:nvSpPr>
        <p:spPr>
          <a:xfrm>
            <a:off x="685800" y="914400"/>
            <a:ext cx="10515600" cy="8229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4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[Slide title]</a:t>
            </a:r>
          </a:p>
        </p:txBody>
      </p:sp>
      <p:sp>
        <p:nvSpPr>
          <p:cNvPr id="50" name="Body 50"/>
          <p:cNvSpPr>
            <a:spLocks noGrp="1"/>
          </p:cNvSpPr>
          <p:nvPr>
            <p:ph type="body" idx="21"/>
          </p:nvPr>
        </p:nvSpPr>
        <p:spPr>
          <a:xfrm>
            <a:off x="685800" y="1965960"/>
            <a:ext cx="5212080" cy="365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1" i="0" spc="0">
                <a:solidFill>
                  <a:srgbClr val="103428"/>
                </a:solidFill>
                <a:latin typeface="+mn-lt"/>
              </a:defRPr>
            </a:lvl1pPr>
          </a:lstStyle>
          <a:p>
            <a:pPr algn="l"/>
            <a:r>
              <a:rPr lang="en-GB"/>
              <a:t>[Column heading]</a:t>
            </a:r>
          </a:p>
        </p:txBody>
      </p:sp>
      <p:sp>
        <p:nvSpPr>
          <p:cNvPr id="51" name="Body 51"/>
          <p:cNvSpPr>
            <a:spLocks noGrp="1"/>
          </p:cNvSpPr>
          <p:nvPr>
            <p:ph type="body" idx="1"/>
          </p:nvPr>
        </p:nvSpPr>
        <p:spPr>
          <a:xfrm>
            <a:off x="685800" y="2423160"/>
            <a:ext cx="5212080" cy="3474720"/>
          </a:xfrm>
        </p:spPr>
        <p:txBody>
          <a:bodyPr lIns="0" tIns="0" rIns="0" bIns="0" anchor="t">
            <a:normAutofit/>
          </a:bodyPr>
          <a:lstStyle>
            <a:lvl1pPr algn="l" marL="228600" indent="-228600">
              <a:lnSpc>
                <a:spcPct val="112000"/>
              </a:lnSpc>
              <a:spcBef>
                <a:spcPts val="600"/>
              </a:spcBef>
              <a:buClr>
                <a:srgbClr val="E8A432"/>
              </a:buClr>
              <a:buFont typeface="Arial"/>
              <a:buChar char="•"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[Content]</a:t>
            </a:r>
          </a:p>
        </p:txBody>
      </p:sp>
      <p:sp>
        <p:nvSpPr>
          <p:cNvPr id="52" name="Body 52"/>
          <p:cNvSpPr>
            <a:spLocks noGrp="1"/>
          </p:cNvSpPr>
          <p:nvPr>
            <p:ph type="body" idx="22"/>
          </p:nvPr>
        </p:nvSpPr>
        <p:spPr>
          <a:xfrm>
            <a:off x="6309360" y="1965960"/>
            <a:ext cx="5212080" cy="365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1" i="0" spc="0">
                <a:solidFill>
                  <a:srgbClr val="103428"/>
                </a:solidFill>
                <a:latin typeface="+mn-lt"/>
              </a:defRPr>
            </a:lvl1pPr>
          </a:lstStyle>
          <a:p>
            <a:pPr algn="l"/>
            <a:r>
              <a:rPr lang="en-GB"/>
              <a:t>[Column heading]</a:t>
            </a:r>
          </a:p>
        </p:txBody>
      </p:sp>
      <p:sp>
        <p:nvSpPr>
          <p:cNvPr id="53" name="Body 53"/>
          <p:cNvSpPr>
            <a:spLocks noGrp="1"/>
          </p:cNvSpPr>
          <p:nvPr>
            <p:ph type="body" idx="2"/>
          </p:nvPr>
        </p:nvSpPr>
        <p:spPr>
          <a:xfrm>
            <a:off x="6309360" y="2423160"/>
            <a:ext cx="5212080" cy="3474720"/>
          </a:xfrm>
        </p:spPr>
        <p:txBody>
          <a:bodyPr lIns="0" tIns="0" rIns="0" bIns="0" anchor="t">
            <a:normAutofit/>
          </a:bodyPr>
          <a:lstStyle>
            <a:lvl1pPr algn="l" marL="228600" indent="-228600">
              <a:lnSpc>
                <a:spcPct val="112000"/>
              </a:lnSpc>
              <a:spcBef>
                <a:spcPts val="600"/>
              </a:spcBef>
              <a:buClr>
                <a:srgbClr val="E8A432"/>
              </a:buClr>
              <a:buFont typeface="Arial"/>
              <a:buChar char="•"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[Content]</a:t>
            </a:r>
          </a:p>
        </p:txBody>
      </p:sp>
      <p:pic>
        <p:nvPicPr>
          <p:cNvPr id="54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2920" y="6272784"/>
            <a:ext cx="960120" cy="377402"/>
          </a:xfrm>
          <a:prstGeom prst="rect">
            <a:avLst/>
          </a:prstGeom>
        </p:spPr>
      </p:pic>
      <p:sp>
        <p:nvSpPr>
          <p:cNvPr id="55" name="Brand shape"/>
          <p:cNvSpPr/>
          <p:nvPr userDrawn="1"/>
        </p:nvSpPr>
        <p:spPr>
          <a:xfrm>
            <a:off x="1645920" y="6455664"/>
            <a:ext cx="7848295" cy="9144"/>
          </a:xfrm>
          <a:prstGeom prst="rect">
            <a:avLst/>
          </a:prstGeom>
          <a:solidFill>
            <a:srgbClr val="A9BFA9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6" name="Slide number"/>
          <p:cNvSpPr txBox="1"/>
          <p:nvPr userDrawn="1"/>
        </p:nvSpPr>
        <p:spPr>
          <a:xfrm>
            <a:off x="11140135" y="6336792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08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8 Full-bleed photo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ic 57"/>
          <p:cNvSpPr>
            <a:spLocks noGrp="1"/>
          </p:cNvSpPr>
          <p:nvPr>
            <p:ph type="pic" idx="13"/>
          </p:nvPr>
        </p:nvSpPr>
        <p:spPr>
          <a:xfrm>
            <a:off x="0" y="0"/>
            <a:ext cx="12191695" cy="6858000"/>
          </a:xfrm>
          <a:solidFill>
            <a:srgbClr val="E7DFCF"/>
          </a:solidFill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Insert licensed photograph (full bleed)</a:t>
            </a:r>
          </a:p>
        </p:txBody>
      </p:sp>
      <p:pic>
        <p:nvPicPr>
          <p:cNvPr id="58" name="Overlay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9" name="Title 59"/>
          <p:cNvSpPr>
            <a:spLocks noGrp="1"/>
          </p:cNvSpPr>
          <p:nvPr>
            <p:ph type="title"/>
          </p:nvPr>
        </p:nvSpPr>
        <p:spPr>
          <a:xfrm>
            <a:off x="685800" y="4754880"/>
            <a:ext cx="8686800" cy="914400"/>
          </a:xfrm>
        </p:spPr>
        <p:txBody>
          <a:bodyPr lIns="0" tIns="0" rIns="0" bIns="0" anchor="b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800" b="0" i="0" spc="0">
                <a:solidFill>
                  <a:srgbClr val="F5F0E6"/>
                </a:solidFill>
                <a:latin typeface="+mj-lt"/>
              </a:defRPr>
            </a:lvl1pPr>
          </a:lstStyle>
          <a:p>
            <a:pPr algn="l"/>
            <a:r>
              <a:rPr lang="en-GB"/>
              <a:t>[Headline over image]</a:t>
            </a:r>
          </a:p>
        </p:txBody>
      </p:sp>
      <p:sp>
        <p:nvSpPr>
          <p:cNvPr id="60" name="Body 60"/>
          <p:cNvSpPr>
            <a:spLocks noGrp="1"/>
          </p:cNvSpPr>
          <p:nvPr>
            <p:ph type="body" idx="1"/>
          </p:nvPr>
        </p:nvSpPr>
        <p:spPr>
          <a:xfrm>
            <a:off x="685800" y="5806440"/>
            <a:ext cx="8686800" cy="365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200" b="0" i="0" spc="0">
                <a:solidFill>
                  <a:srgbClr val="F5F0E6"/>
                </a:solidFill>
                <a:latin typeface="+mn-lt"/>
              </a:defRPr>
            </a:lvl1pPr>
          </a:lstStyle>
          <a:p>
            <a:pPr algn="l"/>
            <a:r>
              <a:rPr lang="en-GB"/>
              <a:t>[Caption · Photo: credit / licence]</a:t>
            </a:r>
          </a:p>
        </p:txBody>
      </p:sp>
    </p:spTree>
  </p:cSld>
  <p:clrMapOvr>
    <a:masterClrMapping/>
  </p:clrMapOvr>
</p:sldLayout>
</file>

<file path=ppt/slideLayouts/slideLayout109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9 Destination feature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ic 61"/>
          <p:cNvSpPr>
            <a:spLocks noGrp="1"/>
          </p:cNvSpPr>
          <p:nvPr>
            <p:ph type="pic" idx="13"/>
          </p:nvPr>
        </p:nvSpPr>
        <p:spPr>
          <a:xfrm>
            <a:off x="0" y="0"/>
            <a:ext cx="6583680" cy="6858000"/>
          </a:xfrm>
          <a:solidFill>
            <a:srgbClr val="E7DFCF"/>
          </a:solidFill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Insert licensed photograph</a:t>
            </a:r>
          </a:p>
        </p:txBody>
      </p:sp>
      <p:sp>
        <p:nvSpPr>
          <p:cNvPr id="62" name="Overline"/>
          <p:cNvSpPr>
            <a:spLocks noGrp="1"/>
          </p:cNvSpPr>
          <p:nvPr>
            <p:ph type="body" idx="20"/>
          </p:nvPr>
        </p:nvSpPr>
        <p:spPr>
          <a:xfrm>
            <a:off x="7132320" y="822960"/>
            <a:ext cx="457200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300">
                <a:solidFill>
                  <a:srgbClr val="9A6510"/>
                </a:solidFill>
                <a:latin typeface="+mn-lt"/>
              </a:defRPr>
            </a:lvl1pPr>
          </a:lstStyle>
          <a:p>
            <a:pPr algn="l"/>
            <a:r>
              <a:rPr lang="en-GB"/>
              <a:t>[OVERLINE]</a:t>
            </a:r>
          </a:p>
        </p:txBody>
      </p:sp>
      <p:sp>
        <p:nvSpPr>
          <p:cNvPr id="63" name="Title 63"/>
          <p:cNvSpPr>
            <a:spLocks noGrp="1"/>
          </p:cNvSpPr>
          <p:nvPr>
            <p:ph type="title"/>
          </p:nvPr>
        </p:nvSpPr>
        <p:spPr>
          <a:xfrm>
            <a:off x="7132320" y="1143000"/>
            <a:ext cx="4480560" cy="1463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8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[Destination name]</a:t>
            </a:r>
          </a:p>
        </p:txBody>
      </p:sp>
      <p:sp>
        <p:nvSpPr>
          <p:cNvPr id="64" name="Body 64"/>
          <p:cNvSpPr>
            <a:spLocks noGrp="1"/>
          </p:cNvSpPr>
          <p:nvPr>
            <p:ph type="body" idx="1"/>
          </p:nvPr>
        </p:nvSpPr>
        <p:spPr>
          <a:xfrm>
            <a:off x="7132320" y="2743200"/>
            <a:ext cx="4480560" cy="20116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5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[Two or three sentences: what makes it worth the journey.]</a:t>
            </a:r>
          </a:p>
        </p:txBody>
      </p:sp>
      <p:sp>
        <p:nvSpPr>
          <p:cNvPr id="65" name="Brand shape"/>
          <p:cNvSpPr/>
          <p:nvPr userDrawn="1"/>
        </p:nvSpPr>
        <p:spPr>
          <a:xfrm>
            <a:off x="7132320" y="4892040"/>
            <a:ext cx="4480560" cy="9144"/>
          </a:xfrm>
          <a:prstGeom prst="rect">
            <a:avLst/>
          </a:prstGeom>
          <a:solidFill>
            <a:srgbClr val="A9BFA9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6" name="Body 66"/>
          <p:cNvSpPr>
            <a:spLocks noGrp="1"/>
          </p:cNvSpPr>
          <p:nvPr>
            <p:ph type="body" idx="2"/>
          </p:nvPr>
        </p:nvSpPr>
        <p:spPr>
          <a:xfrm>
            <a:off x="7132320" y="5029200"/>
            <a:ext cx="4480560" cy="8229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2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[Getting there · Best time · Highlights]</a:t>
            </a:r>
          </a:p>
        </p:txBody>
      </p:sp>
      <p:pic>
        <p:nvPicPr>
          <p:cNvPr id="67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2920" y="6272784"/>
            <a:ext cx="960120" cy="377402"/>
          </a:xfrm>
          <a:prstGeom prst="rect">
            <a:avLst/>
          </a:prstGeom>
        </p:spPr>
      </p:pic>
      <p:sp>
        <p:nvSpPr>
          <p:cNvPr id="68" name="Brand shape"/>
          <p:cNvSpPr/>
          <p:nvPr userDrawn="1"/>
        </p:nvSpPr>
        <p:spPr>
          <a:xfrm>
            <a:off x="1645920" y="6455664"/>
            <a:ext cx="7848295" cy="9144"/>
          </a:xfrm>
          <a:prstGeom prst="rect">
            <a:avLst/>
          </a:prstGeom>
          <a:solidFill>
            <a:srgbClr val="A9BFA9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9" name="Slide number"/>
          <p:cNvSpPr txBox="1"/>
          <p:nvPr userDrawn="1"/>
        </p:nvSpPr>
        <p:spPr>
          <a:xfrm>
            <a:off x="11140135" y="6336792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0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0 Image grid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Overline"/>
          <p:cNvSpPr>
            <a:spLocks noGrp="1"/>
          </p:cNvSpPr>
          <p:nvPr>
            <p:ph type="body" idx="20"/>
          </p:nvPr>
        </p:nvSpPr>
        <p:spPr>
          <a:xfrm>
            <a:off x="685800" y="457200"/>
            <a:ext cx="548640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300">
                <a:solidFill>
                  <a:srgbClr val="9A6510"/>
                </a:solidFill>
                <a:latin typeface="+mn-lt"/>
              </a:defRPr>
            </a:lvl1pPr>
          </a:lstStyle>
          <a:p>
            <a:pPr algn="l"/>
            <a:r>
              <a:rPr lang="en-GB"/>
              <a:t>[OVERLINE]</a:t>
            </a:r>
          </a:p>
        </p:txBody>
      </p:sp>
      <p:sp>
        <p:nvSpPr>
          <p:cNvPr id="71" name="Title 71"/>
          <p:cNvSpPr>
            <a:spLocks noGrp="1"/>
          </p:cNvSpPr>
          <p:nvPr>
            <p:ph type="title"/>
          </p:nvPr>
        </p:nvSpPr>
        <p:spPr>
          <a:xfrm>
            <a:off x="685800" y="731520"/>
            <a:ext cx="10515600" cy="7315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2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[Slide title]</a:t>
            </a:r>
          </a:p>
        </p:txBody>
      </p:sp>
      <p:sp>
        <p:nvSpPr>
          <p:cNvPr id="72" name="Pic 72"/>
          <p:cNvSpPr>
            <a:spLocks noGrp="1"/>
          </p:cNvSpPr>
          <p:nvPr>
            <p:ph type="pic" idx="13"/>
          </p:nvPr>
        </p:nvSpPr>
        <p:spPr>
          <a:xfrm>
            <a:off x="685800" y="1737360"/>
            <a:ext cx="5303520" cy="4251960"/>
          </a:xfrm>
          <a:solidFill>
            <a:srgbClr val="E7DFCF"/>
          </a:solidFill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Image 1</a:t>
            </a:r>
          </a:p>
        </p:txBody>
      </p:sp>
      <p:sp>
        <p:nvSpPr>
          <p:cNvPr id="73" name="Pic 73"/>
          <p:cNvSpPr>
            <a:spLocks noGrp="1"/>
          </p:cNvSpPr>
          <p:nvPr>
            <p:ph type="pic" idx="14"/>
          </p:nvPr>
        </p:nvSpPr>
        <p:spPr>
          <a:xfrm>
            <a:off x="6172200" y="1737360"/>
            <a:ext cx="2606040" cy="2057400"/>
          </a:xfrm>
          <a:solidFill>
            <a:srgbClr val="E7DFCF"/>
          </a:solidFill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Image 2</a:t>
            </a:r>
          </a:p>
        </p:txBody>
      </p:sp>
      <p:sp>
        <p:nvSpPr>
          <p:cNvPr id="74" name="Pic 74"/>
          <p:cNvSpPr>
            <a:spLocks noGrp="1"/>
          </p:cNvSpPr>
          <p:nvPr>
            <p:ph type="pic" idx="15"/>
          </p:nvPr>
        </p:nvSpPr>
        <p:spPr>
          <a:xfrm>
            <a:off x="8915400" y="1737360"/>
            <a:ext cx="2606040" cy="2057400"/>
          </a:xfrm>
          <a:solidFill>
            <a:srgbClr val="E7DFCF"/>
          </a:solidFill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Image 3</a:t>
            </a:r>
          </a:p>
        </p:txBody>
      </p:sp>
      <p:sp>
        <p:nvSpPr>
          <p:cNvPr id="75" name="Pic 75"/>
          <p:cNvSpPr>
            <a:spLocks noGrp="1"/>
          </p:cNvSpPr>
          <p:nvPr>
            <p:ph type="pic" idx="16"/>
          </p:nvPr>
        </p:nvSpPr>
        <p:spPr>
          <a:xfrm>
            <a:off x="6172200" y="3931920"/>
            <a:ext cx="5349240" cy="2057400"/>
          </a:xfrm>
          <a:solidFill>
            <a:srgbClr val="E7DFCF"/>
          </a:solidFill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Image 4</a:t>
            </a:r>
          </a:p>
        </p:txBody>
      </p:sp>
      <p:pic>
        <p:nvPicPr>
          <p:cNvPr id="76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2920" y="6272784"/>
            <a:ext cx="960120" cy="377402"/>
          </a:xfrm>
          <a:prstGeom prst="rect">
            <a:avLst/>
          </a:prstGeom>
        </p:spPr>
      </p:pic>
      <p:sp>
        <p:nvSpPr>
          <p:cNvPr id="77" name="Brand shape"/>
          <p:cNvSpPr/>
          <p:nvPr userDrawn="1"/>
        </p:nvSpPr>
        <p:spPr>
          <a:xfrm>
            <a:off x="1645920" y="6455664"/>
            <a:ext cx="7848295" cy="9144"/>
          </a:xfrm>
          <a:prstGeom prst="rect">
            <a:avLst/>
          </a:prstGeom>
          <a:solidFill>
            <a:srgbClr val="A9BFA9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78" name="Slide number"/>
          <p:cNvSpPr txBox="1"/>
          <p:nvPr userDrawn="1"/>
        </p:nvSpPr>
        <p:spPr>
          <a:xfrm>
            <a:off x="11140135" y="6336792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1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1 Title only (diagrams, timeline, process)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erline"/>
          <p:cNvSpPr>
            <a:spLocks noGrp="1"/>
          </p:cNvSpPr>
          <p:nvPr>
            <p:ph type="body" idx="20"/>
          </p:nvPr>
        </p:nvSpPr>
        <p:spPr>
          <a:xfrm>
            <a:off x="685800" y="640080"/>
            <a:ext cx="548640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300">
                <a:solidFill>
                  <a:srgbClr val="9A6510"/>
                </a:solidFill>
                <a:latin typeface="+mn-lt"/>
              </a:defRPr>
            </a:lvl1pPr>
          </a:lstStyle>
          <a:p>
            <a:pPr algn="l"/>
            <a:r>
              <a:rPr lang="en-GB"/>
              <a:t>[OVERLINE]</a:t>
            </a:r>
          </a:p>
        </p:txBody>
      </p:sp>
      <p:sp>
        <p:nvSpPr>
          <p:cNvPr id="80" name="Title 80"/>
          <p:cNvSpPr>
            <a:spLocks noGrp="1"/>
          </p:cNvSpPr>
          <p:nvPr>
            <p:ph type="title"/>
          </p:nvPr>
        </p:nvSpPr>
        <p:spPr>
          <a:xfrm>
            <a:off x="685800" y="914400"/>
            <a:ext cx="10515600" cy="8229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4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[Slide title]</a:t>
            </a:r>
          </a:p>
        </p:txBody>
      </p:sp>
      <p:pic>
        <p:nvPicPr>
          <p:cNvPr id="81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2920" y="6272784"/>
            <a:ext cx="960120" cy="377402"/>
          </a:xfrm>
          <a:prstGeom prst="rect">
            <a:avLst/>
          </a:prstGeom>
        </p:spPr>
      </p:pic>
      <p:sp>
        <p:nvSpPr>
          <p:cNvPr id="82" name="Brand shape"/>
          <p:cNvSpPr/>
          <p:nvPr userDrawn="1"/>
        </p:nvSpPr>
        <p:spPr>
          <a:xfrm>
            <a:off x="1645920" y="6455664"/>
            <a:ext cx="7848295" cy="9144"/>
          </a:xfrm>
          <a:prstGeom prst="rect">
            <a:avLst/>
          </a:prstGeom>
          <a:solidFill>
            <a:srgbClr val="A9BFA9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3" name="Slide number"/>
          <p:cNvSpPr txBox="1"/>
          <p:nvPr userDrawn="1"/>
        </p:nvSpPr>
        <p:spPr>
          <a:xfrm>
            <a:off x="11140135" y="6336792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2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2 Statistics / KPI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Overline"/>
          <p:cNvSpPr>
            <a:spLocks noGrp="1"/>
          </p:cNvSpPr>
          <p:nvPr>
            <p:ph type="body" idx="20"/>
          </p:nvPr>
        </p:nvSpPr>
        <p:spPr>
          <a:xfrm>
            <a:off x="685800" y="640080"/>
            <a:ext cx="548640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300">
                <a:solidFill>
                  <a:srgbClr val="E8A432"/>
                </a:solidFill>
                <a:latin typeface="+mn-lt"/>
              </a:defRPr>
            </a:lvl1pPr>
          </a:lstStyle>
          <a:p>
            <a:pPr algn="l"/>
            <a:r>
              <a:rPr lang="en-GB"/>
              <a:t>[OVERLINE]</a:t>
            </a:r>
          </a:p>
        </p:txBody>
      </p:sp>
      <p:sp>
        <p:nvSpPr>
          <p:cNvPr id="85" name="Title 85"/>
          <p:cNvSpPr>
            <a:spLocks noGrp="1"/>
          </p:cNvSpPr>
          <p:nvPr>
            <p:ph type="title"/>
          </p:nvPr>
        </p:nvSpPr>
        <p:spPr>
          <a:xfrm>
            <a:off x="685800" y="914400"/>
            <a:ext cx="10515600" cy="8229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400" b="0" i="0" spc="0">
                <a:solidFill>
                  <a:srgbClr val="F5F0E6"/>
                </a:solidFill>
                <a:latin typeface="+mj-lt"/>
              </a:defRPr>
            </a:lvl1pPr>
          </a:lstStyle>
          <a:p>
            <a:pPr algn="l"/>
            <a:r>
              <a:rPr lang="en-GB"/>
              <a:t>[Key figures]</a:t>
            </a:r>
          </a:p>
        </p:txBody>
      </p:sp>
      <p:sp>
        <p:nvSpPr>
          <p:cNvPr id="86" name="Figure 1"/>
          <p:cNvSpPr>
            <a:spLocks noGrp="1"/>
          </p:cNvSpPr>
          <p:nvPr>
            <p:ph type="body" idx="30"/>
          </p:nvPr>
        </p:nvSpPr>
        <p:spPr>
          <a:xfrm>
            <a:off x="685800" y="2377440"/>
            <a:ext cx="2560320" cy="11887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5400" b="0" i="0" spc="0">
                <a:solidFill>
                  <a:srgbClr val="E8A432"/>
                </a:solidFill>
                <a:latin typeface="+mn-lt"/>
              </a:defRPr>
            </a:lvl1pPr>
          </a:lstStyle>
          <a:p>
            <a:pPr algn="l"/>
            <a:r>
              <a:rPr lang="en-GB"/>
              <a:t>[00]</a:t>
            </a:r>
          </a:p>
        </p:txBody>
      </p:sp>
      <p:sp>
        <p:nvSpPr>
          <p:cNvPr id="87" name="Figure label 1"/>
          <p:cNvSpPr>
            <a:spLocks noGrp="1"/>
          </p:cNvSpPr>
          <p:nvPr>
            <p:ph type="body" idx="40"/>
          </p:nvPr>
        </p:nvSpPr>
        <p:spPr>
          <a:xfrm>
            <a:off x="685800" y="3611880"/>
            <a:ext cx="2377440" cy="10972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300" b="0" i="0" spc="0">
                <a:solidFill>
                  <a:srgbClr val="F5F0E6"/>
                </a:solidFill>
                <a:latin typeface="+mn-lt"/>
              </a:defRPr>
            </a:lvl1pPr>
          </a:lstStyle>
          <a:p>
            <a:pPr algn="l"/>
            <a:r>
              <a:rPr lang="en-GB"/>
              <a:t>[What the figure measures · source, year]</a:t>
            </a:r>
          </a:p>
        </p:txBody>
      </p:sp>
      <p:sp>
        <p:nvSpPr>
          <p:cNvPr id="88" name="Figure 2"/>
          <p:cNvSpPr>
            <a:spLocks noGrp="1"/>
          </p:cNvSpPr>
          <p:nvPr>
            <p:ph type="body" idx="31"/>
          </p:nvPr>
        </p:nvSpPr>
        <p:spPr>
          <a:xfrm>
            <a:off x="3474720" y="2377440"/>
            <a:ext cx="2560320" cy="11887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5400" b="0" i="0" spc="0">
                <a:solidFill>
                  <a:srgbClr val="E8A432"/>
                </a:solidFill>
                <a:latin typeface="+mn-lt"/>
              </a:defRPr>
            </a:lvl1pPr>
          </a:lstStyle>
          <a:p>
            <a:pPr algn="l"/>
            <a:r>
              <a:rPr lang="en-GB"/>
              <a:t>[00]</a:t>
            </a:r>
          </a:p>
        </p:txBody>
      </p:sp>
      <p:sp>
        <p:nvSpPr>
          <p:cNvPr id="89" name="Figure label 2"/>
          <p:cNvSpPr>
            <a:spLocks noGrp="1"/>
          </p:cNvSpPr>
          <p:nvPr>
            <p:ph type="body" idx="41"/>
          </p:nvPr>
        </p:nvSpPr>
        <p:spPr>
          <a:xfrm>
            <a:off x="3474720" y="3611880"/>
            <a:ext cx="2377440" cy="10972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300" b="0" i="0" spc="0">
                <a:solidFill>
                  <a:srgbClr val="F5F0E6"/>
                </a:solidFill>
                <a:latin typeface="+mn-lt"/>
              </a:defRPr>
            </a:lvl1pPr>
          </a:lstStyle>
          <a:p>
            <a:pPr algn="l"/>
            <a:r>
              <a:rPr lang="en-GB"/>
              <a:t>[What the figure measures · source, year]</a:t>
            </a:r>
          </a:p>
        </p:txBody>
      </p:sp>
      <p:sp>
        <p:nvSpPr>
          <p:cNvPr id="90" name="Figure 3"/>
          <p:cNvSpPr>
            <a:spLocks noGrp="1"/>
          </p:cNvSpPr>
          <p:nvPr>
            <p:ph type="body" idx="32"/>
          </p:nvPr>
        </p:nvSpPr>
        <p:spPr>
          <a:xfrm>
            <a:off x="6263640" y="2377440"/>
            <a:ext cx="2560320" cy="11887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5400" b="0" i="0" spc="0">
                <a:solidFill>
                  <a:srgbClr val="E8A432"/>
                </a:solidFill>
                <a:latin typeface="+mn-lt"/>
              </a:defRPr>
            </a:lvl1pPr>
          </a:lstStyle>
          <a:p>
            <a:pPr algn="l"/>
            <a:r>
              <a:rPr lang="en-GB"/>
              <a:t>[00]</a:t>
            </a:r>
          </a:p>
        </p:txBody>
      </p:sp>
      <p:sp>
        <p:nvSpPr>
          <p:cNvPr id="91" name="Figure label 3"/>
          <p:cNvSpPr>
            <a:spLocks noGrp="1"/>
          </p:cNvSpPr>
          <p:nvPr>
            <p:ph type="body" idx="42"/>
          </p:nvPr>
        </p:nvSpPr>
        <p:spPr>
          <a:xfrm>
            <a:off x="6263640" y="3611880"/>
            <a:ext cx="2377440" cy="10972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300" b="0" i="0" spc="0">
                <a:solidFill>
                  <a:srgbClr val="F5F0E6"/>
                </a:solidFill>
                <a:latin typeface="+mn-lt"/>
              </a:defRPr>
            </a:lvl1pPr>
          </a:lstStyle>
          <a:p>
            <a:pPr algn="l"/>
            <a:r>
              <a:rPr lang="en-GB"/>
              <a:t>[What the figure measures · source, year]</a:t>
            </a:r>
          </a:p>
        </p:txBody>
      </p:sp>
      <p:sp>
        <p:nvSpPr>
          <p:cNvPr id="92" name="Figure 4"/>
          <p:cNvSpPr>
            <a:spLocks noGrp="1"/>
          </p:cNvSpPr>
          <p:nvPr>
            <p:ph type="body" idx="33"/>
          </p:nvPr>
        </p:nvSpPr>
        <p:spPr>
          <a:xfrm>
            <a:off x="9052559" y="2377440"/>
            <a:ext cx="2560320" cy="11887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5400" b="0" i="0" spc="0">
                <a:solidFill>
                  <a:srgbClr val="E8A432"/>
                </a:solidFill>
                <a:latin typeface="+mn-lt"/>
              </a:defRPr>
            </a:lvl1pPr>
          </a:lstStyle>
          <a:p>
            <a:pPr algn="l"/>
            <a:r>
              <a:rPr lang="en-GB"/>
              <a:t>[00]</a:t>
            </a:r>
          </a:p>
        </p:txBody>
      </p:sp>
      <p:sp>
        <p:nvSpPr>
          <p:cNvPr id="93" name="Figure label 4"/>
          <p:cNvSpPr>
            <a:spLocks noGrp="1"/>
          </p:cNvSpPr>
          <p:nvPr>
            <p:ph type="body" idx="43"/>
          </p:nvPr>
        </p:nvSpPr>
        <p:spPr>
          <a:xfrm>
            <a:off x="9052559" y="3611880"/>
            <a:ext cx="2377440" cy="10972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300" b="0" i="0" spc="0">
                <a:solidFill>
                  <a:srgbClr val="F5F0E6"/>
                </a:solidFill>
                <a:latin typeface="+mn-lt"/>
              </a:defRPr>
            </a:lvl1pPr>
          </a:lstStyle>
          <a:p>
            <a:pPr algn="l"/>
            <a:r>
              <a:rPr lang="en-GB"/>
              <a:t>[What the figure measures · source, year]</a:t>
            </a:r>
          </a:p>
        </p:txBody>
      </p:sp>
      <p:pic>
        <p:nvPicPr>
          <p:cNvPr id="94" name="Footer 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02920" y="6272784"/>
            <a:ext cx="960120" cy="377402"/>
          </a:xfrm>
          <a:prstGeom prst="rect">
            <a:avLst/>
          </a:prstGeom>
        </p:spPr>
      </p:pic>
      <p:sp>
        <p:nvSpPr>
          <p:cNvPr id="95" name="Brand shape"/>
          <p:cNvSpPr/>
          <p:nvPr userDrawn="1"/>
        </p:nvSpPr>
        <p:spPr>
          <a:xfrm>
            <a:off x="1645920" y="6455664"/>
            <a:ext cx="7848295" cy="9144"/>
          </a:xfrm>
          <a:prstGeom prst="rect">
            <a:avLst/>
          </a:prstGeom>
          <a:solidFill>
            <a:srgbClr val="2C504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6" name="Slide number"/>
          <p:cNvSpPr txBox="1"/>
          <p:nvPr userDrawn="1"/>
        </p:nvSpPr>
        <p:spPr>
          <a:xfrm>
            <a:off x="11140135" y="6336792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A9BFA9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3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3 Chart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Overline"/>
          <p:cNvSpPr>
            <a:spLocks noGrp="1"/>
          </p:cNvSpPr>
          <p:nvPr>
            <p:ph type="body" idx="20"/>
          </p:nvPr>
        </p:nvSpPr>
        <p:spPr>
          <a:xfrm>
            <a:off x="685800" y="640080"/>
            <a:ext cx="548640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300">
                <a:solidFill>
                  <a:srgbClr val="9A6510"/>
                </a:solidFill>
                <a:latin typeface="+mn-lt"/>
              </a:defRPr>
            </a:lvl1pPr>
          </a:lstStyle>
          <a:p>
            <a:pPr algn="l"/>
            <a:r>
              <a:rPr lang="en-GB"/>
              <a:t>[OVERLINE]</a:t>
            </a:r>
          </a:p>
        </p:txBody>
      </p:sp>
      <p:sp>
        <p:nvSpPr>
          <p:cNvPr id="98" name="Title 98"/>
          <p:cNvSpPr>
            <a:spLocks noGrp="1"/>
          </p:cNvSpPr>
          <p:nvPr>
            <p:ph type="title"/>
          </p:nvPr>
        </p:nvSpPr>
        <p:spPr>
          <a:xfrm>
            <a:off x="685800" y="914400"/>
            <a:ext cx="10515600" cy="8229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4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[Chart title]</a:t>
            </a:r>
          </a:p>
        </p:txBody>
      </p:sp>
      <p:sp>
        <p:nvSpPr>
          <p:cNvPr id="99" name="Chart 99"/>
          <p:cNvSpPr>
            <a:spLocks noGrp="1"/>
          </p:cNvSpPr>
          <p:nvPr>
            <p:ph type="chart" idx="13"/>
          </p:nvPr>
        </p:nvSpPr>
        <p:spPr>
          <a:xfrm>
            <a:off x="685800" y="1920240"/>
            <a:ext cx="7498079" cy="40233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Insert chart</a:t>
            </a:r>
          </a:p>
        </p:txBody>
      </p:sp>
      <p:sp>
        <p:nvSpPr>
          <p:cNvPr id="100" name="Body 100"/>
          <p:cNvSpPr>
            <a:spLocks noGrp="1"/>
          </p:cNvSpPr>
          <p:nvPr>
            <p:ph type="body" idx="1"/>
          </p:nvPr>
        </p:nvSpPr>
        <p:spPr>
          <a:xfrm>
            <a:off x="8595360" y="1920240"/>
            <a:ext cx="2926080" cy="40233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5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[Key takeaway from the data]</a:t>
            </a:r>
          </a:p>
        </p:txBody>
      </p:sp>
      <p:sp>
        <p:nvSpPr>
          <p:cNvPr id="101" name="Body 101"/>
          <p:cNvSpPr>
            <a:spLocks noGrp="1"/>
          </p:cNvSpPr>
          <p:nvPr>
            <p:ph type="body" idx="2"/>
          </p:nvPr>
        </p:nvSpPr>
        <p:spPr>
          <a:xfrm>
            <a:off x="685800" y="5943600"/>
            <a:ext cx="7498079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0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Source: [verified source, year]</a:t>
            </a:r>
          </a:p>
        </p:txBody>
      </p:sp>
      <p:pic>
        <p:nvPicPr>
          <p:cNvPr id="102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2920" y="6272784"/>
            <a:ext cx="960120" cy="377402"/>
          </a:xfrm>
          <a:prstGeom prst="rect">
            <a:avLst/>
          </a:prstGeom>
        </p:spPr>
      </p:pic>
      <p:sp>
        <p:nvSpPr>
          <p:cNvPr id="103" name="Brand shape"/>
          <p:cNvSpPr/>
          <p:nvPr userDrawn="1"/>
        </p:nvSpPr>
        <p:spPr>
          <a:xfrm>
            <a:off x="1645920" y="6455664"/>
            <a:ext cx="7848295" cy="9144"/>
          </a:xfrm>
          <a:prstGeom prst="rect">
            <a:avLst/>
          </a:prstGeom>
          <a:solidFill>
            <a:srgbClr val="A9BFA9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4" name="Slide number"/>
          <p:cNvSpPr txBox="1"/>
          <p:nvPr userDrawn="1"/>
        </p:nvSpPr>
        <p:spPr>
          <a:xfrm>
            <a:off x="11140135" y="6336792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4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4 Investment opportunity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ic 105"/>
          <p:cNvSpPr>
            <a:spLocks noGrp="1"/>
          </p:cNvSpPr>
          <p:nvPr>
            <p:ph type="pic" idx="13"/>
          </p:nvPr>
        </p:nvSpPr>
        <p:spPr>
          <a:xfrm>
            <a:off x="0" y="0"/>
            <a:ext cx="4937760" cy="6858000"/>
          </a:xfrm>
          <a:solidFill>
            <a:srgbClr val="E7DFCF"/>
          </a:solidFill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Insert licensed site photograph</a:t>
            </a:r>
          </a:p>
        </p:txBody>
      </p:sp>
      <p:sp>
        <p:nvSpPr>
          <p:cNvPr id="106" name="Overline"/>
          <p:cNvSpPr>
            <a:spLocks noGrp="1"/>
          </p:cNvSpPr>
          <p:nvPr>
            <p:ph type="body" idx="20"/>
          </p:nvPr>
        </p:nvSpPr>
        <p:spPr>
          <a:xfrm>
            <a:off x="5486400" y="822960"/>
            <a:ext cx="548640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300">
                <a:solidFill>
                  <a:srgbClr val="E8A432"/>
                </a:solidFill>
                <a:latin typeface="+mn-lt"/>
              </a:defRPr>
            </a:lvl1pPr>
          </a:lstStyle>
          <a:p>
            <a:pPr algn="l"/>
            <a:r>
              <a:rPr lang="en-GB"/>
              <a:t>INVESTMENT OPPORTUNITY</a:t>
            </a:r>
          </a:p>
        </p:txBody>
      </p:sp>
      <p:sp>
        <p:nvSpPr>
          <p:cNvPr id="107" name="Title 107"/>
          <p:cNvSpPr>
            <a:spLocks noGrp="1"/>
          </p:cNvSpPr>
          <p:nvPr>
            <p:ph type="title"/>
          </p:nvPr>
        </p:nvSpPr>
        <p:spPr>
          <a:xfrm>
            <a:off x="5486400" y="1143000"/>
            <a:ext cx="6035040" cy="11887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600" b="0" i="0" spc="0">
                <a:solidFill>
                  <a:srgbClr val="F5F0E6"/>
                </a:solidFill>
                <a:latin typeface="+mj-lt"/>
              </a:defRPr>
            </a:lvl1pPr>
          </a:lstStyle>
          <a:p>
            <a:pPr algn="l"/>
            <a:r>
              <a:rPr lang="en-GB"/>
              <a:t>[Project title]</a:t>
            </a:r>
          </a:p>
        </p:txBody>
      </p:sp>
      <p:sp>
        <p:nvSpPr>
          <p:cNvPr id="108" name="Body 108"/>
          <p:cNvSpPr>
            <a:spLocks noGrp="1"/>
          </p:cNvSpPr>
          <p:nvPr>
            <p:ph type="body" idx="1"/>
          </p:nvPr>
        </p:nvSpPr>
        <p:spPr>
          <a:xfrm>
            <a:off x="5486400" y="2468880"/>
            <a:ext cx="6035040" cy="11887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500" b="0" i="0" spc="0">
                <a:solidFill>
                  <a:srgbClr val="A9BFA9"/>
                </a:solidFill>
                <a:latin typeface="+mn-lt"/>
              </a:defRPr>
            </a:lvl1pPr>
          </a:lstStyle>
          <a:p>
            <a:pPr algn="l"/>
            <a:r>
              <a:rPr lang="en-GB"/>
              <a:t>[Location · Category · Development stage]</a:t>
            </a:r>
          </a:p>
        </p:txBody>
      </p:sp>
      <p:sp>
        <p:nvSpPr>
          <p:cNvPr id="109" name="Body 109"/>
          <p:cNvSpPr>
            <a:spLocks noGrp="1"/>
          </p:cNvSpPr>
          <p:nvPr>
            <p:ph type="body" idx="2"/>
          </p:nvPr>
        </p:nvSpPr>
        <p:spPr>
          <a:xfrm>
            <a:off x="5486400" y="3657600"/>
            <a:ext cx="6035040" cy="2194560"/>
          </a:xfrm>
        </p:spPr>
        <p:txBody>
          <a:bodyPr lIns="0" tIns="0" rIns="0" bIns="0" anchor="t">
            <a:normAutofit/>
          </a:bodyPr>
          <a:lstStyle>
            <a:lvl1pPr algn="l" marL="228600" indent="-228600">
              <a:lnSpc>
                <a:spcPct val="112000"/>
              </a:lnSpc>
              <a:spcBef>
                <a:spcPts val="600"/>
              </a:spcBef>
              <a:buClr>
                <a:srgbClr val="E8A432"/>
              </a:buClr>
              <a:buFont typeface="Arial"/>
              <a:buChar char="•"/>
              <a:defRPr sz="1400" b="0" i="0" spc="0">
                <a:solidFill>
                  <a:srgbClr val="F5F0E6"/>
                </a:solidFill>
                <a:latin typeface="+mn-lt"/>
              </a:defRPr>
            </a:lvl1pPr>
          </a:lstStyle>
          <a:p>
            <a:pPr algn="l"/>
            <a:r>
              <a:rPr lang="en-GB"/>
              <a:t>[Verified facts only. Unconfirmed values: ‘TBC’.]</a:t>
            </a:r>
          </a:p>
        </p:txBody>
      </p:sp>
      <p:pic>
        <p:nvPicPr>
          <p:cNvPr id="110" name="Footer 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02920" y="6272784"/>
            <a:ext cx="960120" cy="377402"/>
          </a:xfrm>
          <a:prstGeom prst="rect">
            <a:avLst/>
          </a:prstGeom>
        </p:spPr>
      </p:pic>
      <p:sp>
        <p:nvSpPr>
          <p:cNvPr id="111" name="Brand shape"/>
          <p:cNvSpPr/>
          <p:nvPr userDrawn="1"/>
        </p:nvSpPr>
        <p:spPr>
          <a:xfrm>
            <a:off x="1645920" y="6455664"/>
            <a:ext cx="7848295" cy="9144"/>
          </a:xfrm>
          <a:prstGeom prst="rect">
            <a:avLst/>
          </a:prstGeom>
          <a:solidFill>
            <a:srgbClr val="2C504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2" name="Slide number"/>
          <p:cNvSpPr txBox="1"/>
          <p:nvPr userDrawn="1"/>
        </p:nvSpPr>
        <p:spPr>
          <a:xfrm>
            <a:off x="11140135" y="6336792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A9BFA9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5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5 Partnership overview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Overline"/>
          <p:cNvSpPr>
            <a:spLocks noGrp="1"/>
          </p:cNvSpPr>
          <p:nvPr>
            <p:ph type="body" idx="20"/>
          </p:nvPr>
        </p:nvSpPr>
        <p:spPr>
          <a:xfrm>
            <a:off x="685800" y="640080"/>
            <a:ext cx="548640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300">
                <a:solidFill>
                  <a:srgbClr val="9A6510"/>
                </a:solidFill>
                <a:latin typeface="+mn-lt"/>
              </a:defRPr>
            </a:lvl1pPr>
          </a:lstStyle>
          <a:p>
            <a:pPr algn="l"/>
            <a:r>
              <a:rPr lang="en-GB"/>
              <a:t>[OVERLINE]</a:t>
            </a:r>
          </a:p>
        </p:txBody>
      </p:sp>
      <p:sp>
        <p:nvSpPr>
          <p:cNvPr id="114" name="Title 114"/>
          <p:cNvSpPr>
            <a:spLocks noGrp="1"/>
          </p:cNvSpPr>
          <p:nvPr>
            <p:ph type="title"/>
          </p:nvPr>
        </p:nvSpPr>
        <p:spPr>
          <a:xfrm>
            <a:off x="685800" y="914400"/>
            <a:ext cx="10515600" cy="8229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4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[Partnership overview]</a:t>
            </a:r>
          </a:p>
        </p:txBody>
      </p:sp>
      <p:sp>
        <p:nvSpPr>
          <p:cNvPr id="115" name="Body 115"/>
          <p:cNvSpPr>
            <a:spLocks noGrp="1"/>
          </p:cNvSpPr>
          <p:nvPr>
            <p:ph type="body" idx="1"/>
          </p:nvPr>
        </p:nvSpPr>
        <p:spPr>
          <a:xfrm>
            <a:off x="685800" y="1965960"/>
            <a:ext cx="4754880" cy="3931920"/>
          </a:xfrm>
        </p:spPr>
        <p:txBody>
          <a:bodyPr lIns="0" tIns="0" rIns="0" bIns="0" anchor="t">
            <a:normAutofit/>
          </a:bodyPr>
          <a:lstStyle>
            <a:lvl1pPr algn="l" marL="228600" indent="-228600">
              <a:lnSpc>
                <a:spcPct val="112000"/>
              </a:lnSpc>
              <a:spcBef>
                <a:spcPts val="600"/>
              </a:spcBef>
              <a:buClr>
                <a:srgbClr val="E8A432"/>
              </a:buClr>
              <a:buFont typeface="Arial"/>
              <a:buChar char="•"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[Purpose and structure of the partnership]</a:t>
            </a:r>
          </a:p>
        </p:txBody>
      </p:sp>
      <p:sp>
        <p:nvSpPr>
          <p:cNvPr id="116" name="Pic 116"/>
          <p:cNvSpPr>
            <a:spLocks noGrp="1"/>
          </p:cNvSpPr>
          <p:nvPr>
            <p:ph type="pic" idx="13"/>
          </p:nvPr>
        </p:nvSpPr>
        <p:spPr>
          <a:xfrm>
            <a:off x="5943600" y="1965960"/>
            <a:ext cx="2651760" cy="1828800"/>
          </a:xfrm>
          <a:solidFill>
            <a:srgbClr val="E7DFCF"/>
          </a:solidFill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Approved partner logo only</a:t>
            </a:r>
          </a:p>
        </p:txBody>
      </p:sp>
      <p:sp>
        <p:nvSpPr>
          <p:cNvPr id="117" name="Pic 117"/>
          <p:cNvSpPr>
            <a:spLocks noGrp="1"/>
          </p:cNvSpPr>
          <p:nvPr>
            <p:ph type="pic" idx="14"/>
          </p:nvPr>
        </p:nvSpPr>
        <p:spPr>
          <a:xfrm>
            <a:off x="8778240" y="1965960"/>
            <a:ext cx="2651760" cy="1828800"/>
          </a:xfrm>
          <a:solidFill>
            <a:srgbClr val="E7DFCF"/>
          </a:solidFill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Approved partner logo only</a:t>
            </a:r>
          </a:p>
        </p:txBody>
      </p:sp>
      <p:sp>
        <p:nvSpPr>
          <p:cNvPr id="118" name="Pic 118"/>
          <p:cNvSpPr>
            <a:spLocks noGrp="1"/>
          </p:cNvSpPr>
          <p:nvPr>
            <p:ph type="pic" idx="15"/>
          </p:nvPr>
        </p:nvSpPr>
        <p:spPr>
          <a:xfrm>
            <a:off x="5943600" y="3977639"/>
            <a:ext cx="2651760" cy="1828800"/>
          </a:xfrm>
          <a:solidFill>
            <a:srgbClr val="E7DFCF"/>
          </a:solidFill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Approved partner logo only</a:t>
            </a:r>
          </a:p>
        </p:txBody>
      </p:sp>
      <p:sp>
        <p:nvSpPr>
          <p:cNvPr id="119" name="Pic 119"/>
          <p:cNvSpPr>
            <a:spLocks noGrp="1"/>
          </p:cNvSpPr>
          <p:nvPr>
            <p:ph type="pic" idx="16"/>
          </p:nvPr>
        </p:nvSpPr>
        <p:spPr>
          <a:xfrm>
            <a:off x="8778240" y="3977639"/>
            <a:ext cx="2651760" cy="1828800"/>
          </a:xfrm>
          <a:solidFill>
            <a:srgbClr val="E7DFCF"/>
          </a:solidFill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Approved partner logo only</a:t>
            </a:r>
          </a:p>
        </p:txBody>
      </p:sp>
      <p:pic>
        <p:nvPicPr>
          <p:cNvPr id="120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2920" y="6272784"/>
            <a:ext cx="960120" cy="377402"/>
          </a:xfrm>
          <a:prstGeom prst="rect">
            <a:avLst/>
          </a:prstGeom>
        </p:spPr>
      </p:pic>
      <p:sp>
        <p:nvSpPr>
          <p:cNvPr id="121" name="Brand shape"/>
          <p:cNvSpPr/>
          <p:nvPr userDrawn="1"/>
        </p:nvSpPr>
        <p:spPr>
          <a:xfrm>
            <a:off x="1645920" y="6455664"/>
            <a:ext cx="7848295" cy="9144"/>
          </a:xfrm>
          <a:prstGeom prst="rect">
            <a:avLst/>
          </a:prstGeom>
          <a:solidFill>
            <a:srgbClr val="A9BFA9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2" name="Slide number"/>
          <p:cNvSpPr txBox="1"/>
          <p:nvPr userDrawn="1"/>
        </p:nvSpPr>
        <p:spPr>
          <a:xfrm>
            <a:off x="11140135" y="6336792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6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6 Table / budget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Overline"/>
          <p:cNvSpPr>
            <a:spLocks noGrp="1"/>
          </p:cNvSpPr>
          <p:nvPr>
            <p:ph type="body" idx="20"/>
          </p:nvPr>
        </p:nvSpPr>
        <p:spPr>
          <a:xfrm>
            <a:off x="685800" y="640080"/>
            <a:ext cx="548640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300">
                <a:solidFill>
                  <a:srgbClr val="9A6510"/>
                </a:solidFill>
                <a:latin typeface="+mn-lt"/>
              </a:defRPr>
            </a:lvl1pPr>
          </a:lstStyle>
          <a:p>
            <a:pPr algn="l"/>
            <a:r>
              <a:rPr lang="en-GB"/>
              <a:t>[OVERLINE]</a:t>
            </a:r>
          </a:p>
        </p:txBody>
      </p:sp>
      <p:sp>
        <p:nvSpPr>
          <p:cNvPr id="124" name="Title 124"/>
          <p:cNvSpPr>
            <a:spLocks noGrp="1"/>
          </p:cNvSpPr>
          <p:nvPr>
            <p:ph type="title"/>
          </p:nvPr>
        </p:nvSpPr>
        <p:spPr>
          <a:xfrm>
            <a:off x="685800" y="914400"/>
            <a:ext cx="10515600" cy="8229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4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[Budget breakdown]</a:t>
            </a:r>
          </a:p>
        </p:txBody>
      </p:sp>
      <p:sp>
        <p:nvSpPr>
          <p:cNvPr id="125" name="Tbl 125"/>
          <p:cNvSpPr>
            <a:spLocks noGrp="1"/>
          </p:cNvSpPr>
          <p:nvPr>
            <p:ph type="tbl" idx="13"/>
          </p:nvPr>
        </p:nvSpPr>
        <p:spPr>
          <a:xfrm>
            <a:off x="685800" y="1920240"/>
            <a:ext cx="10789920" cy="38404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Insert table</a:t>
            </a:r>
          </a:p>
        </p:txBody>
      </p:sp>
      <p:sp>
        <p:nvSpPr>
          <p:cNvPr id="126" name="Body 126"/>
          <p:cNvSpPr>
            <a:spLocks noGrp="1"/>
          </p:cNvSpPr>
          <p:nvPr>
            <p:ph type="body" idx="1"/>
          </p:nvPr>
        </p:nvSpPr>
        <p:spPr>
          <a:xfrm>
            <a:off x="685800" y="5852160"/>
            <a:ext cx="1078992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0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[Figures are estimates until confirmed in writing.]</a:t>
            </a:r>
          </a:p>
        </p:txBody>
      </p:sp>
      <p:pic>
        <p:nvPicPr>
          <p:cNvPr id="127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2920" y="6272784"/>
            <a:ext cx="960120" cy="377402"/>
          </a:xfrm>
          <a:prstGeom prst="rect">
            <a:avLst/>
          </a:prstGeom>
        </p:spPr>
      </p:pic>
      <p:sp>
        <p:nvSpPr>
          <p:cNvPr id="128" name="Brand shape"/>
          <p:cNvSpPr/>
          <p:nvPr userDrawn="1"/>
        </p:nvSpPr>
        <p:spPr>
          <a:xfrm>
            <a:off x="1645920" y="6455664"/>
            <a:ext cx="7848295" cy="9144"/>
          </a:xfrm>
          <a:prstGeom prst="rect">
            <a:avLst/>
          </a:prstGeom>
          <a:solidFill>
            <a:srgbClr val="A9BFA9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9" name="Slide number"/>
          <p:cNvSpPr txBox="1"/>
          <p:nvPr userDrawn="1"/>
        </p:nvSpPr>
        <p:spPr>
          <a:xfrm>
            <a:off x="11140135" y="6336792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7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7 Case study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ic 130"/>
          <p:cNvSpPr>
            <a:spLocks noGrp="1"/>
          </p:cNvSpPr>
          <p:nvPr>
            <p:ph type="pic" idx="13"/>
          </p:nvPr>
        </p:nvSpPr>
        <p:spPr>
          <a:xfrm>
            <a:off x="0" y="0"/>
            <a:ext cx="12191695" cy="2468880"/>
          </a:xfrm>
          <a:solidFill>
            <a:srgbClr val="E7DFCF"/>
          </a:solidFill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Insert licensed photograph</a:t>
            </a:r>
          </a:p>
        </p:txBody>
      </p:sp>
      <p:sp>
        <p:nvSpPr>
          <p:cNvPr id="131" name="Overline"/>
          <p:cNvSpPr>
            <a:spLocks noGrp="1"/>
          </p:cNvSpPr>
          <p:nvPr>
            <p:ph type="body" idx="20"/>
          </p:nvPr>
        </p:nvSpPr>
        <p:spPr>
          <a:xfrm>
            <a:off x="685800" y="2743200"/>
            <a:ext cx="548640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300">
                <a:solidFill>
                  <a:srgbClr val="9A6510"/>
                </a:solidFill>
                <a:latin typeface="+mn-lt"/>
              </a:defRPr>
            </a:lvl1pPr>
          </a:lstStyle>
          <a:p>
            <a:pPr algn="l"/>
            <a:r>
              <a:rPr lang="en-GB"/>
              <a:t>CASE STUDY</a:t>
            </a:r>
          </a:p>
        </p:txBody>
      </p:sp>
      <p:sp>
        <p:nvSpPr>
          <p:cNvPr id="132" name="Title 132"/>
          <p:cNvSpPr>
            <a:spLocks noGrp="1"/>
          </p:cNvSpPr>
          <p:nvPr>
            <p:ph type="title"/>
          </p:nvPr>
        </p:nvSpPr>
        <p:spPr>
          <a:xfrm>
            <a:off x="685800" y="3017520"/>
            <a:ext cx="10515600" cy="7315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0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[Case study title]</a:t>
            </a:r>
          </a:p>
        </p:txBody>
      </p:sp>
      <p:sp>
        <p:nvSpPr>
          <p:cNvPr id="133" name="Body 133"/>
          <p:cNvSpPr>
            <a:spLocks noGrp="1"/>
          </p:cNvSpPr>
          <p:nvPr>
            <p:ph type="body" idx="21"/>
          </p:nvPr>
        </p:nvSpPr>
        <p:spPr>
          <a:xfrm>
            <a:off x="685800" y="3886200"/>
            <a:ext cx="3383280" cy="320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200" b="1" i="0" cap="all" spc="200">
                <a:solidFill>
                  <a:srgbClr val="9A6510"/>
                </a:solidFill>
                <a:latin typeface="+mn-lt"/>
              </a:defRPr>
            </a:lvl1pPr>
          </a:lstStyle>
          <a:p>
            <a:pPr algn="l"/>
            <a:r>
              <a:rPr lang="en-GB"/>
              <a:t>Challenge</a:t>
            </a:r>
          </a:p>
        </p:txBody>
      </p:sp>
      <p:sp>
        <p:nvSpPr>
          <p:cNvPr id="134" name="Body 134"/>
          <p:cNvSpPr>
            <a:spLocks noGrp="1"/>
          </p:cNvSpPr>
          <p:nvPr>
            <p:ph type="body" idx="1"/>
          </p:nvPr>
        </p:nvSpPr>
        <p:spPr>
          <a:xfrm>
            <a:off x="685800" y="4297680"/>
            <a:ext cx="3383280" cy="17373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4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[Two to three sentences]</a:t>
            </a:r>
          </a:p>
        </p:txBody>
      </p:sp>
      <p:sp>
        <p:nvSpPr>
          <p:cNvPr id="135" name="Body 135"/>
          <p:cNvSpPr>
            <a:spLocks noGrp="1"/>
          </p:cNvSpPr>
          <p:nvPr>
            <p:ph type="body" idx="22"/>
          </p:nvPr>
        </p:nvSpPr>
        <p:spPr>
          <a:xfrm>
            <a:off x="4343400" y="3886200"/>
            <a:ext cx="3383280" cy="320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200" b="1" i="0" cap="all" spc="200">
                <a:solidFill>
                  <a:srgbClr val="9A6510"/>
                </a:solidFill>
                <a:latin typeface="+mn-lt"/>
              </a:defRPr>
            </a:lvl1pPr>
          </a:lstStyle>
          <a:p>
            <a:pPr algn="l"/>
            <a:r>
              <a:rPr lang="en-GB"/>
              <a:t>Approach</a:t>
            </a:r>
          </a:p>
        </p:txBody>
      </p:sp>
      <p:sp>
        <p:nvSpPr>
          <p:cNvPr id="136" name="Body 136"/>
          <p:cNvSpPr>
            <a:spLocks noGrp="1"/>
          </p:cNvSpPr>
          <p:nvPr>
            <p:ph type="body" idx="2"/>
          </p:nvPr>
        </p:nvSpPr>
        <p:spPr>
          <a:xfrm>
            <a:off x="4343400" y="4297680"/>
            <a:ext cx="3383280" cy="17373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4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[Two to three sentences]</a:t>
            </a:r>
          </a:p>
        </p:txBody>
      </p:sp>
      <p:sp>
        <p:nvSpPr>
          <p:cNvPr id="137" name="Body 137"/>
          <p:cNvSpPr>
            <a:spLocks noGrp="1"/>
          </p:cNvSpPr>
          <p:nvPr>
            <p:ph type="body" idx="23"/>
          </p:nvPr>
        </p:nvSpPr>
        <p:spPr>
          <a:xfrm>
            <a:off x="8001000" y="3886200"/>
            <a:ext cx="3383280" cy="320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200" b="1" i="0" cap="all" spc="200">
                <a:solidFill>
                  <a:srgbClr val="9A6510"/>
                </a:solidFill>
                <a:latin typeface="+mn-lt"/>
              </a:defRPr>
            </a:lvl1pPr>
          </a:lstStyle>
          <a:p>
            <a:pPr algn="l"/>
            <a:r>
              <a:rPr lang="en-GB"/>
              <a:t>Outcome</a:t>
            </a:r>
          </a:p>
        </p:txBody>
      </p:sp>
      <p:sp>
        <p:nvSpPr>
          <p:cNvPr id="138" name="Body 138"/>
          <p:cNvSpPr>
            <a:spLocks noGrp="1"/>
          </p:cNvSpPr>
          <p:nvPr>
            <p:ph type="body" idx="3"/>
          </p:nvPr>
        </p:nvSpPr>
        <p:spPr>
          <a:xfrm>
            <a:off x="8001000" y="4297680"/>
            <a:ext cx="3383280" cy="17373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4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[Two to three sentences]</a:t>
            </a:r>
          </a:p>
        </p:txBody>
      </p:sp>
      <p:pic>
        <p:nvPicPr>
          <p:cNvPr id="139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2920" y="6272784"/>
            <a:ext cx="960120" cy="377402"/>
          </a:xfrm>
          <a:prstGeom prst="rect">
            <a:avLst/>
          </a:prstGeom>
        </p:spPr>
      </p:pic>
      <p:sp>
        <p:nvSpPr>
          <p:cNvPr id="140" name="Brand shape"/>
          <p:cNvSpPr/>
          <p:nvPr userDrawn="1"/>
        </p:nvSpPr>
        <p:spPr>
          <a:xfrm>
            <a:off x="1645920" y="6455664"/>
            <a:ext cx="7848295" cy="9144"/>
          </a:xfrm>
          <a:prstGeom prst="rect">
            <a:avLst/>
          </a:prstGeom>
          <a:solidFill>
            <a:srgbClr val="A9BFA9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1" name="Slide number"/>
          <p:cNvSpPr txBox="1"/>
          <p:nvPr userDrawn="1"/>
        </p:nvSpPr>
        <p:spPr>
          <a:xfrm>
            <a:off x="11140135" y="6336792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8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8 Quot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Brand text"/>
          <p:cNvSpPr txBox="1"/>
          <p:nvPr userDrawn="1"/>
        </p:nvSpPr>
        <p:spPr>
          <a:xfrm>
            <a:off x="685800" y="914400"/>
            <a:ext cx="1371600" cy="13716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GB" sz="12000" b="0" spc="0">
                <a:solidFill>
                  <a:srgbClr val="E8A432"/>
                </a:solidFill>
                <a:latin typeface="+mj-lt"/>
              </a:rPr>
              <a:t>“</a:t>
            </a:r>
          </a:p>
        </p:txBody>
      </p:sp>
      <p:sp>
        <p:nvSpPr>
          <p:cNvPr id="143" name="Body 143"/>
          <p:cNvSpPr>
            <a:spLocks noGrp="1"/>
          </p:cNvSpPr>
          <p:nvPr>
            <p:ph type="body" idx="1"/>
          </p:nvPr>
        </p:nvSpPr>
        <p:spPr>
          <a:xfrm>
            <a:off x="1463040" y="1828800"/>
            <a:ext cx="9326880" cy="23774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400" b="0" i="1" spc="0">
                <a:solidFill>
                  <a:srgbClr val="F5F0E6"/>
                </a:solidFill>
                <a:latin typeface="+mj-lt"/>
              </a:defRPr>
            </a:lvl1pPr>
          </a:lstStyle>
          <a:p>
            <a:pPr algn="l"/>
            <a:r>
              <a:rPr lang="en-GB"/>
              <a:t>[Approved quotation in sentence case.]</a:t>
            </a:r>
          </a:p>
        </p:txBody>
      </p:sp>
      <p:sp>
        <p:nvSpPr>
          <p:cNvPr id="144" name="Body 144"/>
          <p:cNvSpPr>
            <a:spLocks noGrp="1"/>
          </p:cNvSpPr>
          <p:nvPr>
            <p:ph type="body" idx="2"/>
          </p:nvPr>
        </p:nvSpPr>
        <p:spPr>
          <a:xfrm>
            <a:off x="1463040" y="4480560"/>
            <a:ext cx="9144000" cy="45720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500" b="0" i="0" spc="0">
                <a:solidFill>
                  <a:srgbClr val="E8A432"/>
                </a:solidFill>
                <a:latin typeface="+mn-lt"/>
              </a:defRPr>
            </a:lvl1pPr>
          </a:lstStyle>
          <a:p>
            <a:pPr algn="l"/>
            <a:r>
              <a:rPr lang="en-GB"/>
              <a:t>— [Name, title, organisation]</a:t>
            </a:r>
          </a:p>
        </p:txBody>
      </p:sp>
      <p:pic>
        <p:nvPicPr>
          <p:cNvPr id="145" name="Footer 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02920" y="6272784"/>
            <a:ext cx="960120" cy="377402"/>
          </a:xfrm>
          <a:prstGeom prst="rect">
            <a:avLst/>
          </a:prstGeom>
        </p:spPr>
      </p:pic>
      <p:sp>
        <p:nvSpPr>
          <p:cNvPr id="146" name="Brand shape"/>
          <p:cNvSpPr/>
          <p:nvPr userDrawn="1"/>
        </p:nvSpPr>
        <p:spPr>
          <a:xfrm>
            <a:off x="1645920" y="6455664"/>
            <a:ext cx="7848295" cy="9144"/>
          </a:xfrm>
          <a:prstGeom prst="rect">
            <a:avLst/>
          </a:prstGeom>
          <a:solidFill>
            <a:srgbClr val="2C504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7" name="Slide number"/>
          <p:cNvSpPr txBox="1"/>
          <p:nvPr userDrawn="1"/>
        </p:nvSpPr>
        <p:spPr>
          <a:xfrm>
            <a:off x="11140135" y="6336792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A9BFA9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9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9 Closing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01287" y="1188720"/>
            <a:ext cx="4389120" cy="1725267"/>
          </a:xfrm>
          <a:prstGeom prst="rect">
            <a:avLst/>
          </a:prstGeom>
        </p:spPr>
      </p:pic>
      <p:pic>
        <p:nvPicPr>
          <p:cNvPr id="149" name="Campaign line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18407" y="3246120"/>
            <a:ext cx="4754880" cy="256487"/>
          </a:xfrm>
          <a:prstGeom prst="rect">
            <a:avLst/>
          </a:prstGeom>
        </p:spPr>
      </p:pic>
      <p:sp>
        <p:nvSpPr>
          <p:cNvPr id="150" name="Title 150"/>
          <p:cNvSpPr>
            <a:spLocks noGrp="1"/>
          </p:cNvSpPr>
          <p:nvPr>
            <p:ph type="title"/>
          </p:nvPr>
        </p:nvSpPr>
        <p:spPr>
          <a:xfrm>
            <a:off x="1371600" y="3886200"/>
            <a:ext cx="9448495" cy="640080"/>
          </a:xfrm>
        </p:spPr>
        <p:txBody>
          <a:bodyPr lIns="0" tIns="0" rIns="0" bIns="0" anchor="t">
            <a:normAutofit/>
          </a:bodyPr>
          <a:lstStyle>
            <a:lvl1pPr algn="ctr" marL="0" indent="0">
              <a:lnSpc>
                <a:spcPct val="95000"/>
              </a:lnSpc>
              <a:spcBef>
                <a:spcPts val="0"/>
              </a:spcBef>
              <a:buNone/>
              <a:defRPr sz="3000" b="0" i="0" spc="0">
                <a:solidFill>
                  <a:srgbClr val="F5F0E6"/>
                </a:solidFill>
                <a:latin typeface="+mj-lt"/>
              </a:defRPr>
            </a:lvl1pPr>
          </a:lstStyle>
          <a:p>
            <a:pPr algn="ctr"/>
            <a:r>
              <a:rPr lang="en-GB"/>
              <a:t>[Thank you]</a:t>
            </a:r>
          </a:p>
        </p:txBody>
      </p:sp>
      <p:sp>
        <p:nvSpPr>
          <p:cNvPr id="151" name="Body 151"/>
          <p:cNvSpPr>
            <a:spLocks noGrp="1"/>
          </p:cNvSpPr>
          <p:nvPr>
            <p:ph type="body" idx="1"/>
          </p:nvPr>
        </p:nvSpPr>
        <p:spPr>
          <a:xfrm>
            <a:off x="1371600" y="4572000"/>
            <a:ext cx="9448495" cy="731520"/>
          </a:xfrm>
        </p:spPr>
        <p:txBody>
          <a:bodyPr lIns="0" tIns="0" rIns="0" bIns="0" anchor="t">
            <a:normAutofit/>
          </a:bodyPr>
          <a:lstStyle>
            <a:lvl1pPr algn="ctr" marL="0" indent="0">
              <a:lnSpc>
                <a:spcPct val="112000"/>
              </a:lnSpc>
              <a:spcBef>
                <a:spcPts val="600"/>
              </a:spcBef>
              <a:buNone/>
              <a:defRPr sz="1400" b="0" i="0" spc="0">
                <a:solidFill>
                  <a:srgbClr val="A9BFA9"/>
                </a:solidFill>
                <a:latin typeface="+mn-lt"/>
              </a:defRPr>
            </a:lvl1pPr>
          </a:lstStyle>
          <a:p>
            <a:pPr algn="ctr"/>
            <a:r>
              <a:rPr lang="en-GB"/>
              <a:t>[Name · email · website]</a:t>
            </a:r>
          </a:p>
        </p:txBody>
      </p:sp>
    </p:spTree>
  </p:cSld>
  <p:clrMapOvr>
    <a:masterClrMapping/>
  </p:clrMapOvr>
</p:sldLayout>
</file>

<file path=ppt/slideLayouts/slideLayout120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20 Event holding slid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267047" y="1097280"/>
            <a:ext cx="3657600" cy="1437722"/>
          </a:xfrm>
          <a:prstGeom prst="rect">
            <a:avLst/>
          </a:prstGeom>
        </p:spPr>
      </p:pic>
      <p:sp>
        <p:nvSpPr>
          <p:cNvPr id="153" name="Title 153"/>
          <p:cNvSpPr>
            <a:spLocks noGrp="1"/>
          </p:cNvSpPr>
          <p:nvPr>
            <p:ph type="title"/>
          </p:nvPr>
        </p:nvSpPr>
        <p:spPr>
          <a:xfrm>
            <a:off x="1371600" y="2971800"/>
            <a:ext cx="9448495" cy="914400"/>
          </a:xfrm>
        </p:spPr>
        <p:txBody>
          <a:bodyPr lIns="0" tIns="0" rIns="0" bIns="0" anchor="t">
            <a:normAutofit/>
          </a:bodyPr>
          <a:lstStyle>
            <a:lvl1pPr algn="ctr" marL="0" indent="0">
              <a:lnSpc>
                <a:spcPct val="95000"/>
              </a:lnSpc>
              <a:spcBef>
                <a:spcPts val="0"/>
              </a:spcBef>
              <a:buNone/>
              <a:defRPr sz="4000" b="0" i="0" spc="0">
                <a:solidFill>
                  <a:srgbClr val="F5F0E6"/>
                </a:solidFill>
                <a:latin typeface="+mj-lt"/>
              </a:defRPr>
            </a:lvl1pPr>
          </a:lstStyle>
          <a:p>
            <a:pPr algn="ctr"/>
            <a:r>
              <a:rPr lang="en-GB"/>
              <a:t>[Event name]</a:t>
            </a:r>
          </a:p>
        </p:txBody>
      </p:sp>
      <p:sp>
        <p:nvSpPr>
          <p:cNvPr id="154" name="Body 154"/>
          <p:cNvSpPr>
            <a:spLocks noGrp="1"/>
          </p:cNvSpPr>
          <p:nvPr>
            <p:ph type="body" idx="1"/>
          </p:nvPr>
        </p:nvSpPr>
        <p:spPr>
          <a:xfrm>
            <a:off x="1371600" y="3977639"/>
            <a:ext cx="9448495" cy="457200"/>
          </a:xfrm>
        </p:spPr>
        <p:txBody>
          <a:bodyPr lIns="0" tIns="0" rIns="0" bIns="0" anchor="t">
            <a:normAutofit/>
          </a:bodyPr>
          <a:lstStyle>
            <a:lvl1pPr algn="ctr" marL="0" indent="0">
              <a:lnSpc>
                <a:spcPct val="112000"/>
              </a:lnSpc>
              <a:spcBef>
                <a:spcPts val="600"/>
              </a:spcBef>
              <a:buNone/>
              <a:defRPr sz="1800" b="0" i="0" spc="0">
                <a:solidFill>
                  <a:srgbClr val="E8A432"/>
                </a:solidFill>
                <a:latin typeface="+mn-lt"/>
              </a:defRPr>
            </a:lvl1pPr>
          </a:lstStyle>
          <a:p>
            <a:pPr algn="ctr"/>
            <a:r>
              <a:rPr lang="en-GB"/>
              <a:t>[Session begins at HH:MM]</a:t>
            </a:r>
          </a:p>
        </p:txBody>
      </p:sp>
    </p:spTree>
  </p:cSld>
  <p:clrMapOvr>
    <a:masterClrMapping/>
  </p:clrMapOvr>
</p:sldLayout>
</file>

<file path=ppt/slideLayouts/slideLayout121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21 Blank (branded footer)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2920" y="6272784"/>
            <a:ext cx="960120" cy="377402"/>
          </a:xfrm>
          <a:prstGeom prst="rect">
            <a:avLst/>
          </a:prstGeom>
        </p:spPr>
      </p:pic>
      <p:sp>
        <p:nvSpPr>
          <p:cNvPr id="156" name="Brand shape"/>
          <p:cNvSpPr/>
          <p:nvPr userDrawn="1"/>
        </p:nvSpPr>
        <p:spPr>
          <a:xfrm>
            <a:off x="1645920" y="6455664"/>
            <a:ext cx="7848295" cy="9144"/>
          </a:xfrm>
          <a:prstGeom prst="rect">
            <a:avLst/>
          </a:prstGeom>
          <a:solidFill>
            <a:srgbClr val="A9BFA9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7" name="Slide number"/>
          <p:cNvSpPr txBox="1"/>
          <p:nvPr userDrawn="1"/>
        </p:nvSpPr>
        <p:spPr>
          <a:xfrm>
            <a:off x="11140135" y="6336792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slideLayout" Target="../slideLayouts/slideLayout101.xml"/><Relationship Id="rId3" Type="http://schemas.openxmlformats.org/officeDocument/2006/relationships/slideLayout" Target="../slideLayouts/slideLayout102.xml"/><Relationship Id="rId4" Type="http://schemas.openxmlformats.org/officeDocument/2006/relationships/slideLayout" Target="../slideLayouts/slideLayout103.xml"/><Relationship Id="rId5" Type="http://schemas.openxmlformats.org/officeDocument/2006/relationships/slideLayout" Target="../slideLayouts/slideLayout104.xml"/><Relationship Id="rId6" Type="http://schemas.openxmlformats.org/officeDocument/2006/relationships/slideLayout" Target="../slideLayouts/slideLayout105.xml"/><Relationship Id="rId7" Type="http://schemas.openxmlformats.org/officeDocument/2006/relationships/slideLayout" Target="../slideLayouts/slideLayout106.xml"/><Relationship Id="rId8" Type="http://schemas.openxmlformats.org/officeDocument/2006/relationships/slideLayout" Target="../slideLayouts/slideLayout107.xml"/><Relationship Id="rId9" Type="http://schemas.openxmlformats.org/officeDocument/2006/relationships/slideLayout" Target="../slideLayouts/slideLayout108.xml"/><Relationship Id="rId10" Type="http://schemas.openxmlformats.org/officeDocument/2006/relationships/slideLayout" Target="../slideLayouts/slideLayout109.xml"/><Relationship Id="rId11" Type="http://schemas.openxmlformats.org/officeDocument/2006/relationships/slideLayout" Target="../slideLayouts/slideLayout1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12.xml"/><Relationship Id="rId14" Type="http://schemas.openxmlformats.org/officeDocument/2006/relationships/slideLayout" Target="../slideLayouts/slideLayout113.xml"/><Relationship Id="rId15" Type="http://schemas.openxmlformats.org/officeDocument/2006/relationships/slideLayout" Target="../slideLayouts/slideLayout114.xml"/><Relationship Id="rId16" Type="http://schemas.openxmlformats.org/officeDocument/2006/relationships/slideLayout" Target="../slideLayouts/slideLayout115.xml"/><Relationship Id="rId17" Type="http://schemas.openxmlformats.org/officeDocument/2006/relationships/slideLayout" Target="../slideLayouts/slideLayout116.xml"/><Relationship Id="rId18" Type="http://schemas.openxmlformats.org/officeDocument/2006/relationships/slideLayout" Target="../slideLayouts/slideLayout117.xml"/><Relationship Id="rId19" Type="http://schemas.openxmlformats.org/officeDocument/2006/relationships/slideLayout" Target="../slideLayouts/slideLayout118.xml"/><Relationship Id="rId20" Type="http://schemas.openxmlformats.org/officeDocument/2006/relationships/slideLayout" Target="../slideLayouts/slideLayout119.xml"/><Relationship Id="rId21" Type="http://schemas.openxmlformats.org/officeDocument/2006/relationships/slideLayout" Target="../slideLayouts/slideLayout120.xml"/><Relationship Id="rId22" Type="http://schemas.openxmlformats.org/officeDocument/2006/relationships/slideLayout" Target="../slideLayouts/slideLayout1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1" r:id="rId2"/>
    <p:sldLayoutId id="2147483802" r:id="rId3"/>
    <p:sldLayoutId id="2147483803" r:id="rId4"/>
    <p:sldLayoutId id="2147483804" r:id="rId5"/>
    <p:sldLayoutId id="2147483805" r:id="rId6"/>
    <p:sldLayoutId id="2147483806" r:id="rId7"/>
    <p:sldLayoutId id="2147483807" r:id="rId8"/>
    <p:sldLayoutId id="2147483808" r:id="rId9"/>
    <p:sldLayoutId id="2147483809" r:id="rId10"/>
    <p:sldLayoutId id="2147483810" r:id="rId11"/>
    <p:sldLayoutId id="2147483811" r:id="rId1"/>
    <p:sldLayoutId id="2147483812" r:id="rId13"/>
    <p:sldLayoutId id="2147483813" r:id="rId14"/>
    <p:sldLayoutId id="2147483814" r:id="rId15"/>
    <p:sldLayoutId id="2147483815" r:id="rId16"/>
    <p:sldLayoutId id="2147483816" r:id="rId17"/>
    <p:sldLayoutId id="2147483817" r:id="rId18"/>
    <p:sldLayoutId id="2147483818" r:id="rId19"/>
    <p:sldLayoutId id="2147483819" r:id="rId20"/>
    <p:sldLayoutId id="2147483820" r:id="rId21"/>
    <p:sldLayoutId id="2147483821" r:id="rId2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rgbClr val="103428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rgbClr val="1B201E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rgbClr val="1B201E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rgbClr val="1B201E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rgbClr val="1B201E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rgbClr val="1B201E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rgbClr val="1B201E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rgbClr val="1B201E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rgbClr val="1B201E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rgbClr val="1B201E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image" Target="../media/image13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image" Target="../media/image1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DESTINATION NIGERIA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Presentation title on one or two lines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[Subtitle]  ·  [Presenter]  · 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DN_placeholder_landscape-dawn_3x2.jpg"/>
          <p:cNvPicPr>
            <a:picLocks noGrp="1" noChangeAspect="1"/>
          </p:cNvPicPr>
          <p:nvPr>
            <p:ph type="pic" idx="13"/>
          </p:nvPr>
        </p:nvPicPr>
        <p:blipFill>
          <a:blip r:embed="rId2"/>
          <a:srcRect t="7811" b="7811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[DESTINATION]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Alternative cover with photograph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Replace the placeholder with licensed photography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Today’s agenda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   Context</a:t>
            </a:r>
          </a:p>
          <a:p>
            <a:r>
              <a:t>02   Opportunity</a:t>
            </a:r>
          </a:p>
          <a:p>
            <a:r>
              <a:t>03   Destinations</a:t>
            </a:r>
          </a:p>
          <a:p>
            <a:r>
              <a:t>04   Investment</a:t>
            </a:r>
          </a:p>
          <a:p>
            <a:r>
              <a:t>05   Partnership and next steps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[One-line introduction to the section]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[The single most important conclusion, stated plainly.]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[Supporting point one]</a:t>
            </a:r>
          </a:p>
          <a:p>
            <a:r>
              <a:t>[Supporting point two]</a:t>
            </a:r>
          </a:p>
          <a:p>
            <a:r>
              <a:t>[Supporting point three]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APPROACH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Two-column content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Experience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[Point]</a:t>
            </a:r>
          </a:p>
          <a:p>
            <a:r>
              <a:t>[Point]</a:t>
            </a:r>
          </a:p>
          <a:p>
            <a:r>
              <a:t>[Point]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Invest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[Point]</a:t>
            </a:r>
          </a:p>
          <a:p>
            <a:r>
              <a:t>[Point]</a:t>
            </a:r>
          </a:p>
          <a:p>
            <a:r>
              <a:t>[Point]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DN_placeholder_landscape-dusk_3x2.jpg"/>
          <p:cNvPicPr>
            <a:picLocks noGrp="1" noChangeAspect="1"/>
          </p:cNvPicPr>
          <p:nvPr>
            <p:ph type="pic" idx="13"/>
          </p:nvPr>
        </p:nvPicPr>
        <p:blipFill>
          <a:blip r:embed="rId2"/>
          <a:srcRect t="7811" b="7811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full-bleed photograph with a headline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[Caption]  ·  Photo: [credit / licence]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DN_placeholder_landscape-dawn_4x5.jpg"/>
          <p:cNvPicPr>
            <a:picLocks noGrp="1" noChangeAspect="1"/>
          </p:cNvPicPr>
          <p:nvPr>
            <p:ph type="pic" idx="13"/>
          </p:nvPr>
        </p:nvPicPr>
        <p:blipFill>
          <a:blip r:embed="rId2"/>
          <a:srcRect t="8333" b="83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EXPLORE  ·  [STATE]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[Destination name]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[Two or three sentences on what makes it worth the journey — specific, sensory, verified.]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Getting there: [ ]  ·  Best time: [ ]  ·  Highlights: [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 grid</a:t>
            </a:r>
          </a:p>
        </p:txBody>
      </p:sp>
      <p:pic>
        <p:nvPicPr>
          <p:cNvPr id="4" name="Picture Placeholder 3" descr="DN_placeholder_landscape-day_3x2.jpg"/>
          <p:cNvPicPr>
            <a:picLocks noGrp="1" noChangeAspect="1"/>
          </p:cNvPicPr>
          <p:nvPr>
            <p:ph type="pic" idx="13"/>
          </p:nvPr>
        </p:nvPicPr>
        <p:blipFill>
          <a:blip r:embed="rId2"/>
          <a:srcRect l="8423" r="8423"/>
          <a:stretch>
            <a:fillRect/>
          </a:stretch>
        </p:blipFill>
        <p:spPr/>
      </p:pic>
      <p:pic>
        <p:nvPicPr>
          <p:cNvPr id="5" name="Picture Placeholder 4" descr="DN_placeholder_landscape-dawn_3x2.jpg"/>
          <p:cNvPicPr>
            <a:picLocks noGrp="1" noChangeAspect="1"/>
          </p:cNvPicPr>
          <p:nvPr>
            <p:ph type="pic" idx="14"/>
          </p:nvPr>
        </p:nvPicPr>
        <p:blipFill>
          <a:blip r:embed="rId3"/>
          <a:srcRect l="7778" r="7778"/>
          <a:stretch>
            <a:fillRect/>
          </a:stretch>
        </p:blipFill>
        <p:spPr/>
      </p:pic>
      <p:pic>
        <p:nvPicPr>
          <p:cNvPr id="6" name="Picture Placeholder 5" descr="DN_placeholder_landscape-dusk_3x2.jpg"/>
          <p:cNvPicPr>
            <a:picLocks noGrp="1" noChangeAspect="1"/>
          </p:cNvPicPr>
          <p:nvPr>
            <p:ph type="pic" idx="15"/>
          </p:nvPr>
        </p:nvPicPr>
        <p:blipFill>
          <a:blip r:embed="rId4"/>
          <a:srcRect l="7778" r="7778"/>
          <a:stretch>
            <a:fillRect/>
          </a:stretch>
        </p:blipFill>
        <p:spPr/>
      </p:pic>
      <p:pic>
        <p:nvPicPr>
          <p:cNvPr id="7" name="Picture Placeholder 6" descr="DN_placeholder_landscape-day_3x2.jpg"/>
          <p:cNvPicPr>
            <a:picLocks noGrp="1" noChangeAspect="1"/>
          </p:cNvPicPr>
          <p:nvPr>
            <p:ph type="pic" idx="16"/>
          </p:nvPr>
        </p:nvPicPr>
        <p:blipFill>
          <a:blip r:embed="rId2"/>
          <a:srcRect t="21154" b="21154"/>
          <a:stretch>
            <a:fillRect/>
          </a:stretch>
        </p:blipFill>
        <p:spPr/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TIMELINE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291840"/>
            <a:ext cx="10835640" cy="36576"/>
          </a:xfrm>
          <a:prstGeom prst="rect">
            <a:avLst/>
          </a:prstGeom>
          <a:solidFill>
            <a:srgbClr val="A9B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3154680"/>
            <a:ext cx="310896" cy="310896"/>
          </a:xfrm>
          <a:prstGeom prst="ellipse">
            <a:avLst/>
          </a:prstGeom>
          <a:solidFill>
            <a:srgbClr val="103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01168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300" b="1">
                <a:solidFill>
                  <a:srgbClr val="9A6510"/>
                </a:solidFill>
                <a:latin typeface="Inter"/>
              </a:rPr>
              <a:t>[Month YYYY]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57600"/>
            <a:ext cx="2011680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400" b="0">
                <a:solidFill>
                  <a:srgbClr val="1B201E"/>
                </a:solidFill>
                <a:latin typeface="Inter"/>
              </a:rPr>
              <a:t>[Milestone — what happens and who leads]</a:t>
            </a:r>
          </a:p>
        </p:txBody>
      </p:sp>
      <p:sp>
        <p:nvSpPr>
          <p:cNvPr id="8" name="Oval 7"/>
          <p:cNvSpPr/>
          <p:nvPr/>
        </p:nvSpPr>
        <p:spPr>
          <a:xfrm>
            <a:off x="2926080" y="3154680"/>
            <a:ext cx="310896" cy="310896"/>
          </a:xfrm>
          <a:prstGeom prst="ellipse">
            <a:avLst/>
          </a:prstGeom>
          <a:solidFill>
            <a:srgbClr val="103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2377440"/>
            <a:ext cx="201168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300" b="1">
                <a:solidFill>
                  <a:srgbClr val="9A6510"/>
                </a:solidFill>
                <a:latin typeface="Inter"/>
              </a:rPr>
              <a:t>[Month YYYY]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3657600"/>
            <a:ext cx="2011680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400" b="0">
                <a:solidFill>
                  <a:srgbClr val="1B201E"/>
                </a:solidFill>
                <a:latin typeface="Inter"/>
              </a:rPr>
              <a:t>[Milestone — what happens and who leads]</a:t>
            </a:r>
          </a:p>
        </p:txBody>
      </p:sp>
      <p:sp>
        <p:nvSpPr>
          <p:cNvPr id="11" name="Oval 10"/>
          <p:cNvSpPr/>
          <p:nvPr/>
        </p:nvSpPr>
        <p:spPr>
          <a:xfrm>
            <a:off x="5166360" y="3154680"/>
            <a:ext cx="310896" cy="310896"/>
          </a:xfrm>
          <a:prstGeom prst="ellipse">
            <a:avLst/>
          </a:prstGeom>
          <a:solidFill>
            <a:srgbClr val="E8A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2377440"/>
            <a:ext cx="201168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300" b="1">
                <a:solidFill>
                  <a:srgbClr val="9A6510"/>
                </a:solidFill>
                <a:latin typeface="Inter"/>
              </a:rPr>
              <a:t>[Month YYYY]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3657600"/>
            <a:ext cx="2011680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400" b="0">
                <a:solidFill>
                  <a:srgbClr val="1B201E"/>
                </a:solidFill>
                <a:latin typeface="Inter"/>
              </a:rPr>
              <a:t>[Milestone — what happens and who leads]</a:t>
            </a:r>
          </a:p>
        </p:txBody>
      </p:sp>
      <p:sp>
        <p:nvSpPr>
          <p:cNvPr id="14" name="Oval 13"/>
          <p:cNvSpPr/>
          <p:nvPr/>
        </p:nvSpPr>
        <p:spPr>
          <a:xfrm>
            <a:off x="7406640" y="3154680"/>
            <a:ext cx="310896" cy="310896"/>
          </a:xfrm>
          <a:prstGeom prst="ellipse">
            <a:avLst/>
          </a:prstGeom>
          <a:solidFill>
            <a:srgbClr val="103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377440"/>
            <a:ext cx="201168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300" b="1">
                <a:solidFill>
                  <a:srgbClr val="9A6510"/>
                </a:solidFill>
                <a:latin typeface="Inter"/>
              </a:rPr>
              <a:t>[Month YYYY]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657600"/>
            <a:ext cx="2011680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400" b="0">
                <a:solidFill>
                  <a:srgbClr val="1B201E"/>
                </a:solidFill>
                <a:latin typeface="Inter"/>
              </a:rPr>
              <a:t>[Milestone — what happens and who leads]</a:t>
            </a:r>
          </a:p>
        </p:txBody>
      </p:sp>
      <p:sp>
        <p:nvSpPr>
          <p:cNvPr id="17" name="Oval 16"/>
          <p:cNvSpPr/>
          <p:nvPr/>
        </p:nvSpPr>
        <p:spPr>
          <a:xfrm>
            <a:off x="9646920" y="3154680"/>
            <a:ext cx="310896" cy="310896"/>
          </a:xfrm>
          <a:prstGeom prst="ellipse">
            <a:avLst/>
          </a:prstGeom>
          <a:solidFill>
            <a:srgbClr val="103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46920" y="2377440"/>
            <a:ext cx="201168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300" b="1">
                <a:solidFill>
                  <a:srgbClr val="9A6510"/>
                </a:solidFill>
                <a:latin typeface="Inter"/>
              </a:rPr>
              <a:t>[Month YYYY]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3657600"/>
            <a:ext cx="2011680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400" b="0">
                <a:solidFill>
                  <a:srgbClr val="1B201E"/>
                </a:solidFill>
                <a:latin typeface="Inter"/>
              </a:rPr>
              <a:t>[Milestone — what happens and who leads]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PROCESS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Process diagram</a:t>
            </a:r>
          </a:p>
        </p:txBody>
      </p:sp>
      <p:sp>
        <p:nvSpPr>
          <p:cNvPr id="4" name="Pentagon 3"/>
          <p:cNvSpPr/>
          <p:nvPr/>
        </p:nvSpPr>
        <p:spPr>
          <a:xfrm>
            <a:off x="685800" y="2377440"/>
            <a:ext cx="2286000" cy="1097280"/>
          </a:xfrm>
          <a:prstGeom prst="homePlate">
            <a:avLst/>
          </a:prstGeom>
          <a:solidFill>
            <a:srgbClr val="103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nter"/>
              </a:rPr>
              <a:t>Discover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57600"/>
            <a:ext cx="2011680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300" b="0">
                <a:solidFill>
                  <a:srgbClr val="1B201E"/>
                </a:solidFill>
                <a:latin typeface="Inter"/>
              </a:rPr>
              <a:t>[Activity description]</a:t>
            </a:r>
          </a:p>
        </p:txBody>
      </p:sp>
      <p:sp>
        <p:nvSpPr>
          <p:cNvPr id="6" name="Chevron 5"/>
          <p:cNvSpPr/>
          <p:nvPr/>
        </p:nvSpPr>
        <p:spPr>
          <a:xfrm>
            <a:off x="2880360" y="2377440"/>
            <a:ext cx="2286000" cy="1097280"/>
          </a:xfrm>
          <a:prstGeom prst="chevron">
            <a:avLst/>
          </a:prstGeom>
          <a:solidFill>
            <a:srgbClr val="2C5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nter"/>
              </a:rPr>
              <a:t>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3657600"/>
            <a:ext cx="2011680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300" b="0">
                <a:solidFill>
                  <a:srgbClr val="1B201E"/>
                </a:solidFill>
                <a:latin typeface="Inter"/>
              </a:rPr>
              <a:t>[Activity description]</a:t>
            </a:r>
          </a:p>
        </p:txBody>
      </p:sp>
      <p:sp>
        <p:nvSpPr>
          <p:cNvPr id="8" name="Chevron 7"/>
          <p:cNvSpPr/>
          <p:nvPr/>
        </p:nvSpPr>
        <p:spPr>
          <a:xfrm>
            <a:off x="5074920" y="2377440"/>
            <a:ext cx="2286000" cy="1097280"/>
          </a:xfrm>
          <a:prstGeom prst="chevron">
            <a:avLst/>
          </a:prstGeom>
          <a:solidFill>
            <a:srgbClr val="4E7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nter"/>
              </a:rPr>
              <a:t>Develop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59" y="3657600"/>
            <a:ext cx="2011680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300" b="0">
                <a:solidFill>
                  <a:srgbClr val="1B201E"/>
                </a:solidFill>
                <a:latin typeface="Inter"/>
              </a:rPr>
              <a:t>[Activity description]</a:t>
            </a:r>
          </a:p>
        </p:txBody>
      </p:sp>
      <p:sp>
        <p:nvSpPr>
          <p:cNvPr id="10" name="Chevron 9"/>
          <p:cNvSpPr/>
          <p:nvPr/>
        </p:nvSpPr>
        <p:spPr>
          <a:xfrm>
            <a:off x="7269479" y="2377440"/>
            <a:ext cx="2286000" cy="1097280"/>
          </a:xfrm>
          <a:prstGeom prst="chevron">
            <a:avLst/>
          </a:prstGeom>
          <a:solidFill>
            <a:srgbClr val="2E6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nter"/>
              </a:rPr>
              <a:t>Promote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19" y="3657600"/>
            <a:ext cx="2011680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300" b="0">
                <a:solidFill>
                  <a:srgbClr val="1B201E"/>
                </a:solidFill>
                <a:latin typeface="Inter"/>
              </a:rPr>
              <a:t>[Activity description]</a:t>
            </a:r>
          </a:p>
        </p:txBody>
      </p:sp>
      <p:sp>
        <p:nvSpPr>
          <p:cNvPr id="12" name="Chevron 11"/>
          <p:cNvSpPr/>
          <p:nvPr/>
        </p:nvSpPr>
        <p:spPr>
          <a:xfrm>
            <a:off x="9464040" y="2377440"/>
            <a:ext cx="2286000" cy="1097280"/>
          </a:xfrm>
          <a:prstGeom prst="chevron">
            <a:avLst/>
          </a:prstGeom>
          <a:solidFill>
            <a:srgbClr val="9A65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nter"/>
              </a:rPr>
              <a:t>Measure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3657600"/>
            <a:ext cx="2011680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300" b="0">
                <a:solidFill>
                  <a:srgbClr val="1B201E"/>
                </a:solidFill>
                <a:latin typeface="Inter"/>
              </a:rPr>
              <a:t>[Activity description]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KEY FIGURES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Statistics and KPIs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[00]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r>
              <a:t>[Measure — source, year]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t>[00]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r>
              <a:t>[Measure — source, year]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r>
              <a:t>[00]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r>
              <a:t>[Measure — source, year]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r>
              <a:t>[00]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r>
              <a:t>[Measure — source, year]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DATA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Chart layout</a:t>
            </a:r>
          </a:p>
        </p:txBody>
      </p:sp>
      <p:graphicFrame>
        <p:nvGraphicFramePr>
          <p:cNvPr id="4" name="Chart Placeholder 3"/>
          <p:cNvGraphicFramePr>
            <a:graphicFrameLocks noGrp="1"/>
          </p:cNvGraphicFramePr>
          <p:nvPr>
            <p:ph type="chart" idx="13"/>
          </p:nvPr>
        </p:nvGraphicFramePr>
        <p:xfrm>
          <a:off x="685800" y="1920240"/>
          <a:ext cx="7498079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[Key takeaway. Data shown is illustrative — replace via right-click → Edit Data.]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Source: [verified source, year]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DN_placeholder_landscape-day_4x5.jpg"/>
          <p:cNvPicPr>
            <a:picLocks noGrp="1" noChangeAspect="1"/>
          </p:cNvPicPr>
          <p:nvPr>
            <p:ph type="pic" idx="13"/>
          </p:nvPr>
        </p:nvPicPr>
        <p:blipFill>
          <a:blip r:embed="rId2"/>
          <a:srcRect l="5000" r="5000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[Project title]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[Location]  ·  [Category]  ·  [Stage]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Indicative investment: TBC</a:t>
            </a:r>
          </a:p>
          <a:p>
            <a:r>
              <a:t>Structure: TBC</a:t>
            </a:r>
          </a:p>
          <a:p>
            <a:r>
              <a:t>Documentation: [list available on request]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PARTNERSHIP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Partnership 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[Purpose of the partnership]</a:t>
            </a:r>
          </a:p>
          <a:p>
            <a:r>
              <a:t>[Roles]</a:t>
            </a:r>
          </a:p>
          <a:p>
            <a:r>
              <a:t>[Governance]</a:t>
            </a:r>
          </a:p>
          <a:p>
            <a:r>
              <a:t>Show only partners with written approval.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idx="13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idx="14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idx="15"/>
          </p:nvPr>
        </p:nvSpPr>
        <p:spPr/>
      </p:sp>
      <p:sp>
        <p:nvSpPr>
          <p:cNvPr id="8" name="Picture Placeholder 7"/>
          <p:cNvSpPr>
            <a:spLocks noGrp="1"/>
          </p:cNvSpPr>
          <p:nvPr>
            <p:ph type="pic" idx="16"/>
          </p:nvPr>
        </p:nvSpPr>
        <p:spPr/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BUDGET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Budget breakdown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3"/>
          </p:nvPr>
        </p:nvGraphicFramePr>
        <p:xfrm>
          <a:off x="685800" y="1920240"/>
          <a:ext cx="1078992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nter"/>
                        </a:rPr>
                        <a:t>Line item</a:t>
                      </a:r>
                    </a:p>
                  </a:txBody>
                  <a:tcPr>
                    <a:solidFill>
                      <a:srgbClr val="10342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nter"/>
                        </a:rPr>
                        <a:t>Description</a:t>
                      </a:r>
                    </a:p>
                  </a:txBody>
                  <a:tcPr>
                    <a:solidFill>
                      <a:srgbClr val="10342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nter"/>
                        </a:rPr>
                        <a:t>Phase</a:t>
                      </a:r>
                    </a:p>
                  </a:txBody>
                  <a:tcPr>
                    <a:solidFill>
                      <a:srgbClr val="10342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Inter"/>
                        </a:rPr>
                        <a:t>Amount (₦)</a:t>
                      </a:r>
                    </a:p>
                  </a:txBody>
                  <a:tcPr>
                    <a:solidFill>
                      <a:srgbClr val="103428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01E"/>
                          </a:solidFill>
                          <a:latin typeface="Inter"/>
                        </a:rPr>
                        <a:t>[Item]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01E"/>
                          </a:solidFill>
                          <a:latin typeface="Inter"/>
                        </a:rPr>
                        <a:t>[Description]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01E"/>
                          </a:solidFill>
                          <a:latin typeface="Inter"/>
                        </a:rPr>
                        <a:t>[Phase]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201E"/>
                          </a:solidFill>
                          <a:latin typeface="Inter"/>
                        </a:rPr>
                        <a:t>[0.00]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01E"/>
                          </a:solidFill>
                          <a:latin typeface="Inter"/>
                        </a:rPr>
                        <a:t>[Item]</a:t>
                      </a:r>
                    </a:p>
                  </a:txBody>
                  <a:tcPr>
                    <a:solidFill>
                      <a:srgbClr val="F5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01E"/>
                          </a:solidFill>
                          <a:latin typeface="Inter"/>
                        </a:rPr>
                        <a:t>[Description]</a:t>
                      </a:r>
                    </a:p>
                  </a:txBody>
                  <a:tcPr>
                    <a:solidFill>
                      <a:srgbClr val="F5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01E"/>
                          </a:solidFill>
                          <a:latin typeface="Inter"/>
                        </a:rPr>
                        <a:t>[Phase]</a:t>
                      </a:r>
                    </a:p>
                  </a:txBody>
                  <a:tcPr>
                    <a:solidFill>
                      <a:srgbClr val="F5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201E"/>
                          </a:solidFill>
                          <a:latin typeface="Inter"/>
                        </a:rPr>
                        <a:t>[0.00]</a:t>
                      </a:r>
                    </a:p>
                  </a:txBody>
                  <a:tcPr>
                    <a:solidFill>
                      <a:srgbClr val="F5F0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01E"/>
                          </a:solidFill>
                          <a:latin typeface="Inter"/>
                        </a:rPr>
                        <a:t>[Item]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01E"/>
                          </a:solidFill>
                          <a:latin typeface="Inter"/>
                        </a:rPr>
                        <a:t>[Description]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01E"/>
                          </a:solidFill>
                          <a:latin typeface="Inter"/>
                        </a:rPr>
                        <a:t>[Phase]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201E"/>
                          </a:solidFill>
                          <a:latin typeface="Inter"/>
                        </a:rPr>
                        <a:t>[0.00]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01E"/>
                          </a:solidFill>
                          <a:latin typeface="Inter"/>
                        </a:rPr>
                        <a:t>[Item]</a:t>
                      </a:r>
                    </a:p>
                  </a:txBody>
                  <a:tcPr>
                    <a:solidFill>
                      <a:srgbClr val="F5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01E"/>
                          </a:solidFill>
                          <a:latin typeface="Inter"/>
                        </a:rPr>
                        <a:t>[Description]</a:t>
                      </a:r>
                    </a:p>
                  </a:txBody>
                  <a:tcPr>
                    <a:solidFill>
                      <a:srgbClr val="F5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201E"/>
                          </a:solidFill>
                          <a:latin typeface="Inter"/>
                        </a:rPr>
                        <a:t>[Phase]</a:t>
                      </a:r>
                    </a:p>
                  </a:txBody>
                  <a:tcPr>
                    <a:solidFill>
                      <a:srgbClr val="F5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201E"/>
                          </a:solidFill>
                          <a:latin typeface="Inter"/>
                        </a:rPr>
                        <a:t>[0.00]</a:t>
                      </a:r>
                    </a:p>
                  </a:txBody>
                  <a:tcPr>
                    <a:solidFill>
                      <a:srgbClr val="F5F0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201E"/>
                          </a:solidFill>
                          <a:latin typeface="Inter"/>
                        </a:rPr>
                        <a:t>Total</a:t>
                      </a:r>
                    </a:p>
                  </a:txBody>
                  <a:tcPr>
                    <a:solidFill>
                      <a:srgbClr val="E7DFC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E7DFC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E7DF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201E"/>
                          </a:solidFill>
                          <a:latin typeface="Inter"/>
                        </a:rPr>
                        <a:t>[0.00]</a:t>
                      </a:r>
                    </a:p>
                  </a:txBody>
                  <a:tcPr>
                    <a:solidFill>
                      <a:srgbClr val="E7DFCF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Figures are estimates until confirmed in writing.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201168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400" b="1">
                <a:solidFill>
                  <a:srgbClr val="103428"/>
                </a:solidFill>
                <a:latin typeface="Inter"/>
              </a:rPr>
              <a:t>[Workstream 1]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40" y="2304288"/>
            <a:ext cx="3236976" cy="457200"/>
          </a:xfrm>
          <a:prstGeom prst="roundRect">
            <a:avLst/>
          </a:prstGeom>
          <a:solidFill>
            <a:srgbClr val="103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[Deliverable]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337560"/>
            <a:ext cx="201168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400" b="1">
                <a:solidFill>
                  <a:srgbClr val="103428"/>
                </a:solidFill>
                <a:latin typeface="Inter"/>
              </a:rPr>
              <a:t>[Workstream 2]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2624" y="3355848"/>
            <a:ext cx="4315968" cy="457200"/>
          </a:xfrm>
          <a:prstGeom prst="roundRect">
            <a:avLst/>
          </a:prstGeom>
          <a:solidFill>
            <a:srgbClr val="4E7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[Deliverable]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89120"/>
            <a:ext cx="201168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400" b="1">
                <a:solidFill>
                  <a:srgbClr val="103428"/>
                </a:solidFill>
                <a:latin typeface="Inter"/>
              </a:rPr>
              <a:t>[Workstream 3]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4407408"/>
            <a:ext cx="4315968" cy="457200"/>
          </a:xfrm>
          <a:prstGeom prst="roundRect">
            <a:avLst/>
          </a:prstGeom>
          <a:solidFill>
            <a:srgbClr val="E8A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l"/>
            <a:r>
              <a:rPr sz="1200" b="1">
                <a:solidFill>
                  <a:srgbClr val="103428"/>
                </a:solidFill>
                <a:latin typeface="Inter"/>
              </a:rPr>
              <a:t>[Deliverable]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828800"/>
            <a:ext cx="100584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100" b="1">
                <a:solidFill>
                  <a:srgbClr val="5F6662"/>
                </a:solidFill>
                <a:latin typeface="Inter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13632" y="1828800"/>
            <a:ext cx="100584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100" b="1">
                <a:solidFill>
                  <a:srgbClr val="5F6662"/>
                </a:solidFill>
                <a:latin typeface="Inter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2624" y="1828800"/>
            <a:ext cx="100584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100" b="1">
                <a:solidFill>
                  <a:srgbClr val="5F6662"/>
                </a:solidFill>
                <a:latin typeface="Inter"/>
              </a:rPr>
              <a:t>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1616" y="1828800"/>
            <a:ext cx="100584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100" b="1">
                <a:solidFill>
                  <a:srgbClr val="5F6662"/>
                </a:solidFill>
                <a:latin typeface="Inter"/>
              </a:rPr>
              <a:t>Q4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0608" y="1828800"/>
            <a:ext cx="100584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100" b="1">
                <a:solidFill>
                  <a:srgbClr val="5F6662"/>
                </a:solidFill>
                <a:latin typeface="Inter"/>
              </a:rPr>
              <a:t>Q1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828800"/>
            <a:ext cx="100584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100" b="1">
                <a:solidFill>
                  <a:srgbClr val="5F6662"/>
                </a:solidFill>
                <a:latin typeface="Inter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08592" y="1828800"/>
            <a:ext cx="100584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100" b="1">
                <a:solidFill>
                  <a:srgbClr val="5F6662"/>
                </a:solidFill>
                <a:latin typeface="Inter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87584" y="1828800"/>
            <a:ext cx="100584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/>
            <a:r>
              <a:rPr sz="1100" b="1">
                <a:solidFill>
                  <a:srgbClr val="5F6662"/>
                </a:solidFill>
                <a:latin typeface="Inter"/>
              </a:rPr>
              <a:t>Q4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DN_placeholder_landscape-day_3x2.jpg"/>
          <p:cNvPicPr>
            <a:picLocks noGrp="1" noChangeAspect="1"/>
          </p:cNvPicPr>
          <p:nvPr>
            <p:ph type="pic" idx="13"/>
          </p:nvPr>
        </p:nvPicPr>
        <p:blipFill>
          <a:blip r:embed="rId2"/>
          <a:srcRect t="34812" b="34812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[Case study title]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[Two to three sentences.]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/>
        </p:txBody>
      </p:sp>
      <p:sp>
        <p:nvSpPr>
          <p:cNvPr id="8" name="Text Placeholder 7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[Two to three sentences.]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/>
        </p:txBody>
      </p:sp>
      <p:sp>
        <p:nvSpPr>
          <p:cNvPr id="10" name="Text Placeholder 9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[Two to three sentences.]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[An approved, attributed quotation that captures the ambition.]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— [Name, title, organisation]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[Event name]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[Session begins at HH:MM]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[Name]  ·  [email]  ·  [website]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estination Nigeria">
      <a:dk1>
        <a:srgbClr val="1B201E"/>
      </a:dk1>
      <a:lt1>
        <a:srgbClr val="FFFFFF"/>
      </a:lt1>
      <a:dk2>
        <a:srgbClr val="103428"/>
      </a:dk2>
      <a:lt2>
        <a:srgbClr val="F5F0E6"/>
      </a:lt2>
      <a:accent1>
        <a:srgbClr val="103428"/>
      </a:accent1>
      <a:accent2>
        <a:srgbClr val="E8A432"/>
      </a:accent2>
      <a:accent3>
        <a:srgbClr val="4E7A62"/>
      </a:accent3>
      <a:accent4>
        <a:srgbClr val="2E6E76"/>
      </a:accent4>
      <a:accent5>
        <a:srgbClr val="B4532A"/>
      </a:accent5>
      <a:accent6>
        <a:srgbClr val="A9BFA9"/>
      </a:accent6>
      <a:hlink>
        <a:srgbClr val="2E6E76"/>
      </a:hlink>
      <a:folHlink>
        <a:srgbClr val="5F6662"/>
      </a:folHlink>
    </a:clrScheme>
    <a:fontScheme name="Destination Nigeria">
      <a:majorFont>
        <a:latin typeface="Playfair Display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Destination Nigeria — presentation template</dc:title>
  <dc:subject/>
  <dc:creator>Destination Nigeria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